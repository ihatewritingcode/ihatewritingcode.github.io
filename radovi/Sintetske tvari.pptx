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0" r:id="rId4"/>
  </p:sldMasterIdLst>
  <p:notesMasterIdLst>
    <p:notesMasterId r:id="rId12"/>
  </p:notesMasterIdLst>
  <p:handoutMasterIdLst>
    <p:handoutMasterId r:id="rId13"/>
  </p:handoutMasterIdLst>
  <p:sldIdLst>
    <p:sldId id="256" r:id="rId5"/>
    <p:sldId id="280" r:id="rId6"/>
    <p:sldId id="281" r:id="rId7"/>
    <p:sldId id="283" r:id="rId8"/>
    <p:sldId id="284" r:id="rId9"/>
    <p:sldId id="282" r:id="rId10"/>
    <p:sldId id="277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48" userDrawn="1">
          <p15:clr>
            <a:srgbClr val="A4A3A4"/>
          </p15:clr>
        </p15:guide>
        <p15:guide id="2" pos="7080" userDrawn="1">
          <p15:clr>
            <a:srgbClr val="A4A3A4"/>
          </p15:clr>
        </p15:guide>
        <p15:guide id="3" pos="511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B22FDB7-9BC9-CA5E-FEC4-98C059814D1A}" v="92" dt="2024-06-06T13:12:59.018"/>
    <p1510:client id="{8C6F9024-527B-F070-0E68-CFBB185B95C8}" v="656" dt="2024-06-06T13:57:03.404"/>
    <p1510:client id="{944DFD54-B935-5F07-E534-A01509A1BA39}" v="143" dt="2024-06-06T13:05:58.18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653" autoAdjust="0"/>
    <p:restoredTop sz="86432" autoAdjust="0"/>
  </p:normalViewPr>
  <p:slideViewPr>
    <p:cSldViewPr snapToGrid="0">
      <p:cViewPr>
        <p:scale>
          <a:sx n="100" d="100"/>
          <a:sy n="100" d="100"/>
        </p:scale>
        <p:origin x="-514" y="-634"/>
      </p:cViewPr>
      <p:guideLst>
        <p:guide orient="horz" pos="1848"/>
        <p:guide pos="7080"/>
        <p:guide pos="5112"/>
      </p:guideLst>
    </p:cSldViewPr>
  </p:slideViewPr>
  <p:outlineViewPr>
    <p:cViewPr>
      <p:scale>
        <a:sx n="33" d="100"/>
        <a:sy n="33" d="100"/>
      </p:scale>
      <p:origin x="0" y="-4819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90" d="100"/>
        <a:sy n="90" d="100"/>
      </p:scale>
      <p:origin x="0" y="0"/>
    </p:cViewPr>
  </p:sorterViewPr>
  <p:notesViewPr>
    <p:cSldViewPr snapToGrid="0">
      <p:cViewPr varScale="1">
        <p:scale>
          <a:sx n="65" d="100"/>
          <a:sy n="65" d="100"/>
        </p:scale>
        <p:origin x="845" y="3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sen Pshevlotsky" userId="S::arsen.pshevlotsky@skole.hr::f64db81b-0f6f-4053-994b-660daf1c6b8a" providerId="AD" clId="Web-{0B22FDB7-9BC9-CA5E-FEC4-98C059814D1A}"/>
    <pc:docChg chg="mod modSld modMainMaster">
      <pc:chgData name="Arsen Pshevlotsky" userId="S::arsen.pshevlotsky@skole.hr::f64db81b-0f6f-4053-994b-660daf1c6b8a" providerId="AD" clId="Web-{0B22FDB7-9BC9-CA5E-FEC4-98C059814D1A}" dt="2024-06-06T13:12:59.018" v="90"/>
      <pc:docMkLst>
        <pc:docMk/>
      </pc:docMkLst>
      <pc:sldChg chg="addSp delSp modSp">
        <pc:chgData name="Arsen Pshevlotsky" userId="S::arsen.pshevlotsky@skole.hr::f64db81b-0f6f-4053-994b-660daf1c6b8a" providerId="AD" clId="Web-{0B22FDB7-9BC9-CA5E-FEC4-98C059814D1A}" dt="2024-06-06T13:12:36.376" v="86"/>
        <pc:sldMkLst>
          <pc:docMk/>
          <pc:sldMk cId="4212917468" sldId="260"/>
        </pc:sldMkLst>
        <pc:spChg chg="add del mod">
          <ac:chgData name="Arsen Pshevlotsky" userId="S::arsen.pshevlotsky@skole.hr::f64db81b-0f6f-4053-994b-660daf1c6b8a" providerId="AD" clId="Web-{0B22FDB7-9BC9-CA5E-FEC4-98C059814D1A}" dt="2024-06-06T13:12:36.376" v="86"/>
          <ac:spMkLst>
            <pc:docMk/>
            <pc:sldMk cId="4212917468" sldId="260"/>
            <ac:spMk id="3" creationId="{38F9CB4F-7162-8F48-B9F5-F2A83EF274BC}"/>
          </ac:spMkLst>
        </pc:spChg>
        <pc:spChg chg="del">
          <ac:chgData name="Arsen Pshevlotsky" userId="S::arsen.pshevlotsky@skole.hr::f64db81b-0f6f-4053-994b-660daf1c6b8a" providerId="AD" clId="Web-{0B22FDB7-9BC9-CA5E-FEC4-98C059814D1A}" dt="2024-06-06T13:12:11.579" v="77"/>
          <ac:spMkLst>
            <pc:docMk/>
            <pc:sldMk cId="4212917468" sldId="260"/>
            <ac:spMk id="6" creationId="{FD2E7A2D-F48D-4299-B7DD-B6EDEEE6D9E8}"/>
          </ac:spMkLst>
        </pc:spChg>
      </pc:sldChg>
      <pc:sldChg chg="addSp delSp modSp">
        <pc:chgData name="Arsen Pshevlotsky" userId="S::arsen.pshevlotsky@skole.hr::f64db81b-0f6f-4053-994b-660daf1c6b8a" providerId="AD" clId="Web-{0B22FDB7-9BC9-CA5E-FEC4-98C059814D1A}" dt="2024-06-06T13:12:38.001" v="87"/>
        <pc:sldMkLst>
          <pc:docMk/>
          <pc:sldMk cId="3477453048" sldId="263"/>
        </pc:sldMkLst>
        <pc:spChg chg="add del mod">
          <ac:chgData name="Arsen Pshevlotsky" userId="S::arsen.pshevlotsky@skole.hr::f64db81b-0f6f-4053-994b-660daf1c6b8a" providerId="AD" clId="Web-{0B22FDB7-9BC9-CA5E-FEC4-98C059814D1A}" dt="2024-06-06T13:12:38.001" v="87"/>
          <ac:spMkLst>
            <pc:docMk/>
            <pc:sldMk cId="3477453048" sldId="263"/>
            <ac:spMk id="3" creationId="{AC4E3F41-DB87-5FA7-9A05-939A0DB2E9D2}"/>
          </ac:spMkLst>
        </pc:spChg>
        <pc:spChg chg="del">
          <ac:chgData name="Arsen Pshevlotsky" userId="S::arsen.pshevlotsky@skole.hr::f64db81b-0f6f-4053-994b-660daf1c6b8a" providerId="AD" clId="Web-{0B22FDB7-9BC9-CA5E-FEC4-98C059814D1A}" dt="2024-06-06T13:12:11.579" v="77"/>
          <ac:spMkLst>
            <pc:docMk/>
            <pc:sldMk cId="3477453048" sldId="263"/>
            <ac:spMk id="16" creationId="{8B378668-2A82-42DD-8EEB-903E572ABB72}"/>
          </ac:spMkLst>
        </pc:spChg>
      </pc:sldChg>
      <pc:sldChg chg="addSp delSp modSp">
        <pc:chgData name="Arsen Pshevlotsky" userId="S::arsen.pshevlotsky@skole.hr::f64db81b-0f6f-4053-994b-660daf1c6b8a" providerId="AD" clId="Web-{0B22FDB7-9BC9-CA5E-FEC4-98C059814D1A}" dt="2024-06-06T13:12:38.001" v="87"/>
        <pc:sldMkLst>
          <pc:docMk/>
          <pc:sldMk cId="2563119616" sldId="265"/>
        </pc:sldMkLst>
        <pc:spChg chg="add del mod">
          <ac:chgData name="Arsen Pshevlotsky" userId="S::arsen.pshevlotsky@skole.hr::f64db81b-0f6f-4053-994b-660daf1c6b8a" providerId="AD" clId="Web-{0B22FDB7-9BC9-CA5E-FEC4-98C059814D1A}" dt="2024-06-06T13:12:38.001" v="87"/>
          <ac:spMkLst>
            <pc:docMk/>
            <pc:sldMk cId="2563119616" sldId="265"/>
            <ac:spMk id="7" creationId="{294C75C8-1831-4F8B-7E3A-D183B3FCEDD8}"/>
          </ac:spMkLst>
        </pc:spChg>
        <pc:spChg chg="del">
          <ac:chgData name="Arsen Pshevlotsky" userId="S::arsen.pshevlotsky@skole.hr::f64db81b-0f6f-4053-994b-660daf1c6b8a" providerId="AD" clId="Web-{0B22FDB7-9BC9-CA5E-FEC4-98C059814D1A}" dt="2024-06-06T13:12:11.579" v="77"/>
          <ac:spMkLst>
            <pc:docMk/>
            <pc:sldMk cId="2563119616" sldId="265"/>
            <ac:spMk id="8" creationId="{B67120C1-6A9D-44FA-9A16-F092E488175C}"/>
          </ac:spMkLst>
        </pc:spChg>
      </pc:sldChg>
      <pc:sldChg chg="addSp delSp modSp">
        <pc:chgData name="Arsen Pshevlotsky" userId="S::arsen.pshevlotsky@skole.hr::f64db81b-0f6f-4053-994b-660daf1c6b8a" providerId="AD" clId="Web-{0B22FDB7-9BC9-CA5E-FEC4-98C059814D1A}" dt="2024-06-06T13:12:38.001" v="87"/>
        <pc:sldMkLst>
          <pc:docMk/>
          <pc:sldMk cId="2721508595" sldId="266"/>
        </pc:sldMkLst>
        <pc:spChg chg="add del mod">
          <ac:chgData name="Arsen Pshevlotsky" userId="S::arsen.pshevlotsky@skole.hr::f64db81b-0f6f-4053-994b-660daf1c6b8a" providerId="AD" clId="Web-{0B22FDB7-9BC9-CA5E-FEC4-98C059814D1A}" dt="2024-06-06T13:12:38.001" v="87"/>
          <ac:spMkLst>
            <pc:docMk/>
            <pc:sldMk cId="2721508595" sldId="266"/>
            <ac:spMk id="3" creationId="{09A274C9-9E2B-1395-10E9-4470ED4B77B2}"/>
          </ac:spMkLst>
        </pc:spChg>
        <pc:spChg chg="del">
          <ac:chgData name="Arsen Pshevlotsky" userId="S::arsen.pshevlotsky@skole.hr::f64db81b-0f6f-4053-994b-660daf1c6b8a" providerId="AD" clId="Web-{0B22FDB7-9BC9-CA5E-FEC4-98C059814D1A}" dt="2024-06-06T13:12:11.579" v="77"/>
          <ac:spMkLst>
            <pc:docMk/>
            <pc:sldMk cId="2721508595" sldId="266"/>
            <ac:spMk id="14" creationId="{8E6B0707-86FA-428E-86BD-882776B0451C}"/>
          </ac:spMkLst>
        </pc:spChg>
      </pc:sldChg>
      <pc:sldChg chg="addSp delSp modSp">
        <pc:chgData name="Arsen Pshevlotsky" userId="S::arsen.pshevlotsky@skole.hr::f64db81b-0f6f-4053-994b-660daf1c6b8a" providerId="AD" clId="Web-{0B22FDB7-9BC9-CA5E-FEC4-98C059814D1A}" dt="2024-06-06T13:12:38.001" v="87"/>
        <pc:sldMkLst>
          <pc:docMk/>
          <pc:sldMk cId="1836265594" sldId="270"/>
        </pc:sldMkLst>
        <pc:spChg chg="add del mod">
          <ac:chgData name="Arsen Pshevlotsky" userId="S::arsen.pshevlotsky@skole.hr::f64db81b-0f6f-4053-994b-660daf1c6b8a" providerId="AD" clId="Web-{0B22FDB7-9BC9-CA5E-FEC4-98C059814D1A}" dt="2024-06-06T13:12:38.001" v="87"/>
          <ac:spMkLst>
            <pc:docMk/>
            <pc:sldMk cId="1836265594" sldId="270"/>
            <ac:spMk id="2" creationId="{2F388F88-4FB3-8264-E239-8756457C1B92}"/>
          </ac:spMkLst>
        </pc:spChg>
        <pc:spChg chg="del">
          <ac:chgData name="Arsen Pshevlotsky" userId="S::arsen.pshevlotsky@skole.hr::f64db81b-0f6f-4053-994b-660daf1c6b8a" providerId="AD" clId="Web-{0B22FDB7-9BC9-CA5E-FEC4-98C059814D1A}" dt="2024-06-06T13:12:11.579" v="77"/>
          <ac:spMkLst>
            <pc:docMk/>
            <pc:sldMk cId="1836265594" sldId="270"/>
            <ac:spMk id="9" creationId="{668FD16A-CA57-4C91-BC2A-7CE71EA9B0E2}"/>
          </ac:spMkLst>
        </pc:spChg>
      </pc:sldChg>
      <pc:sldChg chg="addSp delSp modSp">
        <pc:chgData name="Arsen Pshevlotsky" userId="S::arsen.pshevlotsky@skole.hr::f64db81b-0f6f-4053-994b-660daf1c6b8a" providerId="AD" clId="Web-{0B22FDB7-9BC9-CA5E-FEC4-98C059814D1A}" dt="2024-06-06T13:12:38.001" v="87"/>
        <pc:sldMkLst>
          <pc:docMk/>
          <pc:sldMk cId="4167936497" sldId="276"/>
        </pc:sldMkLst>
        <pc:spChg chg="del">
          <ac:chgData name="Arsen Pshevlotsky" userId="S::arsen.pshevlotsky@skole.hr::f64db81b-0f6f-4053-994b-660daf1c6b8a" providerId="AD" clId="Web-{0B22FDB7-9BC9-CA5E-FEC4-98C059814D1A}" dt="2024-06-06T13:12:11.579" v="77"/>
          <ac:spMkLst>
            <pc:docMk/>
            <pc:sldMk cId="4167936497" sldId="276"/>
            <ac:spMk id="5" creationId="{1245B9EE-988A-40F6-A580-1E4793EDF5E6}"/>
          </ac:spMkLst>
        </pc:spChg>
        <pc:spChg chg="add del mod">
          <ac:chgData name="Arsen Pshevlotsky" userId="S::arsen.pshevlotsky@skole.hr::f64db81b-0f6f-4053-994b-660daf1c6b8a" providerId="AD" clId="Web-{0B22FDB7-9BC9-CA5E-FEC4-98C059814D1A}" dt="2024-06-06T13:12:38.001" v="87"/>
          <ac:spMkLst>
            <pc:docMk/>
            <pc:sldMk cId="4167936497" sldId="276"/>
            <ac:spMk id="50" creationId="{F1574EC3-27F8-D3F2-BADF-1C93CEC98F10}"/>
          </ac:spMkLst>
        </pc:spChg>
      </pc:sldChg>
      <pc:sldChg chg="addSp delSp modSp">
        <pc:chgData name="Arsen Pshevlotsky" userId="S::arsen.pshevlotsky@skole.hr::f64db81b-0f6f-4053-994b-660daf1c6b8a" providerId="AD" clId="Web-{0B22FDB7-9BC9-CA5E-FEC4-98C059814D1A}" dt="2024-06-06T13:12:38.001" v="87"/>
        <pc:sldMkLst>
          <pc:docMk/>
          <pc:sldMk cId="2452352329" sldId="277"/>
        </pc:sldMkLst>
        <pc:spChg chg="add del mod">
          <ac:chgData name="Arsen Pshevlotsky" userId="S::arsen.pshevlotsky@skole.hr::f64db81b-0f6f-4053-994b-660daf1c6b8a" providerId="AD" clId="Web-{0B22FDB7-9BC9-CA5E-FEC4-98C059814D1A}" dt="2024-06-06T13:12:38.001" v="87"/>
          <ac:spMkLst>
            <pc:docMk/>
            <pc:sldMk cId="2452352329" sldId="277"/>
            <ac:spMk id="2" creationId="{751D821A-E9FB-C207-98F6-FE0860CAD729}"/>
          </ac:spMkLst>
        </pc:spChg>
        <pc:spChg chg="del">
          <ac:chgData name="Arsen Pshevlotsky" userId="S::arsen.pshevlotsky@skole.hr::f64db81b-0f6f-4053-994b-660daf1c6b8a" providerId="AD" clId="Web-{0B22FDB7-9BC9-CA5E-FEC4-98C059814D1A}" dt="2024-06-06T13:12:11.579" v="77"/>
          <ac:spMkLst>
            <pc:docMk/>
            <pc:sldMk cId="2452352329" sldId="277"/>
            <ac:spMk id="9" creationId="{E499FA5D-C267-460D-ACB2-5253424F4931}"/>
          </ac:spMkLst>
        </pc:spChg>
      </pc:sldChg>
      <pc:sldChg chg="addSp delSp modSp">
        <pc:chgData name="Arsen Pshevlotsky" userId="S::arsen.pshevlotsky@skole.hr::f64db81b-0f6f-4053-994b-660daf1c6b8a" providerId="AD" clId="Web-{0B22FDB7-9BC9-CA5E-FEC4-98C059814D1A}" dt="2024-06-06T13:12:59.018" v="90"/>
        <pc:sldMkLst>
          <pc:docMk/>
          <pc:sldMk cId="192617391" sldId="280"/>
        </pc:sldMkLst>
        <pc:spChg chg="add del mod">
          <ac:chgData name="Arsen Pshevlotsky" userId="S::arsen.pshevlotsky@skole.hr::f64db81b-0f6f-4053-994b-660daf1c6b8a" providerId="AD" clId="Web-{0B22FDB7-9BC9-CA5E-FEC4-98C059814D1A}" dt="2024-06-06T13:12:05.063" v="75"/>
          <ac:spMkLst>
            <pc:docMk/>
            <pc:sldMk cId="192617391" sldId="280"/>
            <ac:spMk id="3" creationId="{84D1E8C2-E1B4-105E-849B-48DBA31BC96D}"/>
          </ac:spMkLst>
        </pc:spChg>
        <pc:spChg chg="add mod">
          <ac:chgData name="Arsen Pshevlotsky" userId="S::arsen.pshevlotsky@skole.hr::f64db81b-0f6f-4053-994b-660daf1c6b8a" providerId="AD" clId="Web-{0B22FDB7-9BC9-CA5E-FEC4-98C059814D1A}" dt="2024-06-06T13:12:38.001" v="87"/>
          <ac:spMkLst>
            <pc:docMk/>
            <pc:sldMk cId="192617391" sldId="280"/>
            <ac:spMk id="4" creationId="{5504D0F6-E253-6938-C938-3B6C62F2A01C}"/>
          </ac:spMkLst>
        </pc:spChg>
        <pc:spChg chg="add mod">
          <ac:chgData name="Arsen Pshevlotsky" userId="S::arsen.pshevlotsky@skole.hr::f64db81b-0f6f-4053-994b-660daf1c6b8a" providerId="AD" clId="Web-{0B22FDB7-9BC9-CA5E-FEC4-98C059814D1A}" dt="2024-06-06T13:12:59.018" v="90"/>
          <ac:spMkLst>
            <pc:docMk/>
            <pc:sldMk cId="192617391" sldId="280"/>
            <ac:spMk id="5" creationId="{B3A9D871-A8F7-19A2-C7D5-A6DEDDDFE5F3}"/>
          </ac:spMkLst>
        </pc:spChg>
        <pc:spChg chg="del">
          <ac:chgData name="Arsen Pshevlotsky" userId="S::arsen.pshevlotsky@skole.hr::f64db81b-0f6f-4053-994b-660daf1c6b8a" providerId="AD" clId="Web-{0B22FDB7-9BC9-CA5E-FEC4-98C059814D1A}" dt="2024-06-06T13:12:32.923" v="85"/>
          <ac:spMkLst>
            <pc:docMk/>
            <pc:sldMk cId="192617391" sldId="280"/>
            <ac:spMk id="17" creationId="{D0A2AA5F-AC43-49A7-AA8B-D75C87AB02DC}"/>
          </ac:spMkLst>
        </pc:spChg>
        <pc:spChg chg="mod">
          <ac:chgData name="Arsen Pshevlotsky" userId="S::arsen.pshevlotsky@skole.hr::f64db81b-0f6f-4053-994b-660daf1c6b8a" providerId="AD" clId="Web-{0B22FDB7-9BC9-CA5E-FEC4-98C059814D1A}" dt="2024-06-06T13:10:53.060" v="71" actId="20577"/>
          <ac:spMkLst>
            <pc:docMk/>
            <pc:sldMk cId="192617391" sldId="280"/>
            <ac:spMk id="42" creationId="{69D5268B-B9FF-4EF5-90FE-EC2BBE068171}"/>
          </ac:spMkLst>
        </pc:spChg>
      </pc:sldChg>
      <pc:sldMasterChg chg="modSp mod modSldLayout">
        <pc:chgData name="Arsen Pshevlotsky" userId="S::arsen.pshevlotsky@skole.hr::f64db81b-0f6f-4053-994b-660daf1c6b8a" providerId="AD" clId="Web-{0B22FDB7-9BC9-CA5E-FEC4-98C059814D1A}" dt="2024-06-06T13:12:38.001" v="87"/>
        <pc:sldMasterMkLst>
          <pc:docMk/>
          <pc:sldMasterMk cId="4229179333" sldId="2147483670"/>
        </pc:sldMasterMkLst>
        <pc:spChg chg="mod">
          <ac:chgData name="Arsen Pshevlotsky" userId="S::arsen.pshevlotsky@skole.hr::f64db81b-0f6f-4053-994b-660daf1c6b8a" providerId="AD" clId="Web-{0B22FDB7-9BC9-CA5E-FEC4-98C059814D1A}" dt="2024-06-06T13:12:18.110" v="80"/>
          <ac:spMkLst>
            <pc:docMk/>
            <pc:sldMasterMk cId="4229179333" sldId="2147483670"/>
            <ac:spMk id="5" creationId="{1381C4C0-515B-4404-A780-C31E7DFE54A4}"/>
          </ac:spMkLst>
        </pc:spChg>
        <pc:sldLayoutChg chg="modSp mod">
          <pc:chgData name="Arsen Pshevlotsky" userId="S::arsen.pshevlotsky@skole.hr::f64db81b-0f6f-4053-994b-660daf1c6b8a" providerId="AD" clId="Web-{0B22FDB7-9BC9-CA5E-FEC4-98C059814D1A}" dt="2024-06-06T13:12:38.001" v="87"/>
          <pc:sldLayoutMkLst>
            <pc:docMk/>
            <pc:sldMasterMk cId="4229179333" sldId="2147483670"/>
            <pc:sldLayoutMk cId="2388280245" sldId="2147483672"/>
          </pc:sldLayoutMkLst>
          <pc:spChg chg="mod">
            <ac:chgData name="Arsen Pshevlotsky" userId="S::arsen.pshevlotsky@skole.hr::f64db81b-0f6f-4053-994b-660daf1c6b8a" providerId="AD" clId="Web-{0B22FDB7-9BC9-CA5E-FEC4-98C059814D1A}" dt="2024-06-06T13:12:18.110" v="80"/>
            <ac:spMkLst>
              <pc:docMk/>
              <pc:sldMasterMk cId="4229179333" sldId="2147483670"/>
              <pc:sldLayoutMk cId="2388280245" sldId="2147483672"/>
              <ac:spMk id="8" creationId="{825F1358-C731-465B-BCB1-2CCBFD6ECF7E}"/>
            </ac:spMkLst>
          </pc:spChg>
        </pc:sldLayoutChg>
        <pc:sldLayoutChg chg="mod">
          <pc:chgData name="Arsen Pshevlotsky" userId="S::arsen.pshevlotsky@skole.hr::f64db81b-0f6f-4053-994b-660daf1c6b8a" providerId="AD" clId="Web-{0B22FDB7-9BC9-CA5E-FEC4-98C059814D1A}" dt="2024-06-06T13:12:38.001" v="87"/>
          <pc:sldLayoutMkLst>
            <pc:docMk/>
            <pc:sldMasterMk cId="4229179333" sldId="2147483670"/>
            <pc:sldLayoutMk cId="2373844204" sldId="2147483673"/>
          </pc:sldLayoutMkLst>
        </pc:sldLayoutChg>
        <pc:sldLayoutChg chg="modSp mod">
          <pc:chgData name="Arsen Pshevlotsky" userId="S::arsen.pshevlotsky@skole.hr::f64db81b-0f6f-4053-994b-660daf1c6b8a" providerId="AD" clId="Web-{0B22FDB7-9BC9-CA5E-FEC4-98C059814D1A}" dt="2024-06-06T13:12:38.001" v="87"/>
          <pc:sldLayoutMkLst>
            <pc:docMk/>
            <pc:sldMasterMk cId="4229179333" sldId="2147483670"/>
            <pc:sldLayoutMk cId="1523021079" sldId="2147483675"/>
          </pc:sldLayoutMkLst>
          <pc:spChg chg="mod">
            <ac:chgData name="Arsen Pshevlotsky" userId="S::arsen.pshevlotsky@skole.hr::f64db81b-0f6f-4053-994b-660daf1c6b8a" providerId="AD" clId="Web-{0B22FDB7-9BC9-CA5E-FEC4-98C059814D1A}" dt="2024-06-06T13:12:18.110" v="80"/>
            <ac:spMkLst>
              <pc:docMk/>
              <pc:sldMasterMk cId="4229179333" sldId="2147483670"/>
              <pc:sldLayoutMk cId="1523021079" sldId="2147483675"/>
              <ac:spMk id="11" creationId="{3ACC79DA-A9E4-4E93-93F1-81907A901BBB}"/>
            </ac:spMkLst>
          </pc:spChg>
        </pc:sldLayoutChg>
        <pc:sldLayoutChg chg="modSp mod">
          <pc:chgData name="Arsen Pshevlotsky" userId="S::arsen.pshevlotsky@skole.hr::f64db81b-0f6f-4053-994b-660daf1c6b8a" providerId="AD" clId="Web-{0B22FDB7-9BC9-CA5E-FEC4-98C059814D1A}" dt="2024-06-06T13:12:38.001" v="87"/>
          <pc:sldLayoutMkLst>
            <pc:docMk/>
            <pc:sldMasterMk cId="4229179333" sldId="2147483670"/>
            <pc:sldLayoutMk cId="1054925701" sldId="2147483682"/>
          </pc:sldLayoutMkLst>
          <pc:spChg chg="mod">
            <ac:chgData name="Arsen Pshevlotsky" userId="S::arsen.pshevlotsky@skole.hr::f64db81b-0f6f-4053-994b-660daf1c6b8a" providerId="AD" clId="Web-{0B22FDB7-9BC9-CA5E-FEC4-98C059814D1A}" dt="2024-06-06T13:12:18.110" v="80"/>
            <ac:spMkLst>
              <pc:docMk/>
              <pc:sldMasterMk cId="4229179333" sldId="2147483670"/>
              <pc:sldLayoutMk cId="1054925701" sldId="2147483682"/>
              <ac:spMk id="6" creationId="{66E63FF0-1A91-4698-B12A-112D05373593}"/>
            </ac:spMkLst>
          </pc:spChg>
        </pc:sldLayoutChg>
        <pc:sldLayoutChg chg="mod">
          <pc:chgData name="Arsen Pshevlotsky" userId="S::arsen.pshevlotsky@skole.hr::f64db81b-0f6f-4053-994b-660daf1c6b8a" providerId="AD" clId="Web-{0B22FDB7-9BC9-CA5E-FEC4-98C059814D1A}" dt="2024-06-06T13:12:38.001" v="87"/>
          <pc:sldLayoutMkLst>
            <pc:docMk/>
            <pc:sldMasterMk cId="4229179333" sldId="2147483670"/>
            <pc:sldLayoutMk cId="2314051697" sldId="2147483683"/>
          </pc:sldLayoutMkLst>
        </pc:sldLayoutChg>
        <pc:sldLayoutChg chg="modSp mod">
          <pc:chgData name="Arsen Pshevlotsky" userId="S::arsen.pshevlotsky@skole.hr::f64db81b-0f6f-4053-994b-660daf1c6b8a" providerId="AD" clId="Web-{0B22FDB7-9BC9-CA5E-FEC4-98C059814D1A}" dt="2024-06-06T13:12:38.001" v="87"/>
          <pc:sldLayoutMkLst>
            <pc:docMk/>
            <pc:sldMasterMk cId="4229179333" sldId="2147483670"/>
            <pc:sldLayoutMk cId="1735907568" sldId="2147483684"/>
          </pc:sldLayoutMkLst>
          <pc:spChg chg="mod">
            <ac:chgData name="Arsen Pshevlotsky" userId="S::arsen.pshevlotsky@skole.hr::f64db81b-0f6f-4053-994b-660daf1c6b8a" providerId="AD" clId="Web-{0B22FDB7-9BC9-CA5E-FEC4-98C059814D1A}" dt="2024-06-06T13:12:18.110" v="80"/>
            <ac:spMkLst>
              <pc:docMk/>
              <pc:sldMasterMk cId="4229179333" sldId="2147483670"/>
              <pc:sldLayoutMk cId="1735907568" sldId="2147483684"/>
              <ac:spMk id="4" creationId="{B9B99AED-D702-41BF-B21E-9BFB06308223}"/>
            </ac:spMkLst>
          </pc:spChg>
        </pc:sldLayoutChg>
        <pc:sldLayoutChg chg="mod">
          <pc:chgData name="Arsen Pshevlotsky" userId="S::arsen.pshevlotsky@skole.hr::f64db81b-0f6f-4053-994b-660daf1c6b8a" providerId="AD" clId="Web-{0B22FDB7-9BC9-CA5E-FEC4-98C059814D1A}" dt="2024-06-06T13:12:38.001" v="87"/>
          <pc:sldLayoutMkLst>
            <pc:docMk/>
            <pc:sldMasterMk cId="4229179333" sldId="2147483670"/>
            <pc:sldLayoutMk cId="2651730589" sldId="2147483685"/>
          </pc:sldLayoutMkLst>
        </pc:sldLayoutChg>
        <pc:sldLayoutChg chg="mod">
          <pc:chgData name="Arsen Pshevlotsky" userId="S::arsen.pshevlotsky@skole.hr::f64db81b-0f6f-4053-994b-660daf1c6b8a" providerId="AD" clId="Web-{0B22FDB7-9BC9-CA5E-FEC4-98C059814D1A}" dt="2024-06-06T13:12:38.001" v="87"/>
          <pc:sldLayoutMkLst>
            <pc:docMk/>
            <pc:sldMasterMk cId="4229179333" sldId="2147483670"/>
            <pc:sldLayoutMk cId="426340161" sldId="2147483686"/>
          </pc:sldLayoutMkLst>
        </pc:sldLayoutChg>
        <pc:sldLayoutChg chg="modSp mod">
          <pc:chgData name="Arsen Pshevlotsky" userId="S::arsen.pshevlotsky@skole.hr::f64db81b-0f6f-4053-994b-660daf1c6b8a" providerId="AD" clId="Web-{0B22FDB7-9BC9-CA5E-FEC4-98C059814D1A}" dt="2024-06-06T13:12:38.001" v="87"/>
          <pc:sldLayoutMkLst>
            <pc:docMk/>
            <pc:sldMasterMk cId="4229179333" sldId="2147483670"/>
            <pc:sldLayoutMk cId="3764685500" sldId="2147483687"/>
          </pc:sldLayoutMkLst>
          <pc:spChg chg="mod">
            <ac:chgData name="Arsen Pshevlotsky" userId="S::arsen.pshevlotsky@skole.hr::f64db81b-0f6f-4053-994b-660daf1c6b8a" providerId="AD" clId="Web-{0B22FDB7-9BC9-CA5E-FEC4-98C059814D1A}" dt="2024-06-06T13:12:18.110" v="80"/>
            <ac:spMkLst>
              <pc:docMk/>
              <pc:sldMasterMk cId="4229179333" sldId="2147483670"/>
              <pc:sldLayoutMk cId="3764685500" sldId="2147483687"/>
              <ac:spMk id="7" creationId="{9E945AB7-1A32-4516-ABF9-B40958AE2E73}"/>
            </ac:spMkLst>
          </pc:spChg>
        </pc:sldLayoutChg>
        <pc:sldLayoutChg chg="modSp mod">
          <pc:chgData name="Arsen Pshevlotsky" userId="S::arsen.pshevlotsky@skole.hr::f64db81b-0f6f-4053-994b-660daf1c6b8a" providerId="AD" clId="Web-{0B22FDB7-9BC9-CA5E-FEC4-98C059814D1A}" dt="2024-06-06T13:12:38.001" v="87"/>
          <pc:sldLayoutMkLst>
            <pc:docMk/>
            <pc:sldMasterMk cId="4229179333" sldId="2147483670"/>
            <pc:sldLayoutMk cId="3940459973" sldId="2147483688"/>
          </pc:sldLayoutMkLst>
          <pc:spChg chg="mod">
            <ac:chgData name="Arsen Pshevlotsky" userId="S::arsen.pshevlotsky@skole.hr::f64db81b-0f6f-4053-994b-660daf1c6b8a" providerId="AD" clId="Web-{0B22FDB7-9BC9-CA5E-FEC4-98C059814D1A}" dt="2024-06-06T13:12:18.110" v="80"/>
            <ac:spMkLst>
              <pc:docMk/>
              <pc:sldMasterMk cId="4229179333" sldId="2147483670"/>
              <pc:sldLayoutMk cId="3940459973" sldId="2147483688"/>
              <ac:spMk id="11" creationId="{3ACC79DA-A9E4-4E93-93F1-81907A901BBB}"/>
            </ac:spMkLst>
          </pc:spChg>
        </pc:sldLayoutChg>
        <pc:sldLayoutChg chg="modSp mod">
          <pc:chgData name="Arsen Pshevlotsky" userId="S::arsen.pshevlotsky@skole.hr::f64db81b-0f6f-4053-994b-660daf1c6b8a" providerId="AD" clId="Web-{0B22FDB7-9BC9-CA5E-FEC4-98C059814D1A}" dt="2024-06-06T13:12:38.001" v="87"/>
          <pc:sldLayoutMkLst>
            <pc:docMk/>
            <pc:sldMasterMk cId="4229179333" sldId="2147483670"/>
            <pc:sldLayoutMk cId="3158245417" sldId="2147483689"/>
          </pc:sldLayoutMkLst>
          <pc:spChg chg="mod">
            <ac:chgData name="Arsen Pshevlotsky" userId="S::arsen.pshevlotsky@skole.hr::f64db81b-0f6f-4053-994b-660daf1c6b8a" providerId="AD" clId="Web-{0B22FDB7-9BC9-CA5E-FEC4-98C059814D1A}" dt="2024-06-06T13:12:18.110" v="80"/>
            <ac:spMkLst>
              <pc:docMk/>
              <pc:sldMasterMk cId="4229179333" sldId="2147483670"/>
              <pc:sldLayoutMk cId="3158245417" sldId="2147483689"/>
              <ac:spMk id="4" creationId="{B9B99AED-D702-41BF-B21E-9BFB06308223}"/>
            </ac:spMkLst>
          </pc:spChg>
        </pc:sldLayoutChg>
      </pc:sldMasterChg>
    </pc:docChg>
  </pc:docChgLst>
  <pc:docChgLst>
    <pc:chgData name="Arsen Pshevlotsky" userId="S::arsen.pshevlotsky@skole.hr::f64db81b-0f6f-4053-994b-660daf1c6b8a" providerId="AD" clId="Web-{944DFD54-B935-5F07-E534-A01509A1BA39}"/>
    <pc:docChg chg="addSld delSld modSld">
      <pc:chgData name="Arsen Pshevlotsky" userId="S::arsen.pshevlotsky@skole.hr::f64db81b-0f6f-4053-994b-660daf1c6b8a" providerId="AD" clId="Web-{944DFD54-B935-5F07-E534-A01509A1BA39}" dt="2024-06-06T13:05:58.180" v="144" actId="20577"/>
      <pc:docMkLst>
        <pc:docMk/>
      </pc:docMkLst>
      <pc:sldChg chg="modSp">
        <pc:chgData name="Arsen Pshevlotsky" userId="S::arsen.pshevlotsky@skole.hr::f64db81b-0f6f-4053-994b-660daf1c6b8a" providerId="AD" clId="Web-{944DFD54-B935-5F07-E534-A01509A1BA39}" dt="2024-06-06T13:00:43.809" v="62" actId="20577"/>
        <pc:sldMkLst>
          <pc:docMk/>
          <pc:sldMk cId="2259308896" sldId="256"/>
        </pc:sldMkLst>
        <pc:spChg chg="mod">
          <ac:chgData name="Arsen Pshevlotsky" userId="S::arsen.pshevlotsky@skole.hr::f64db81b-0f6f-4053-994b-660daf1c6b8a" providerId="AD" clId="Web-{944DFD54-B935-5F07-E534-A01509A1BA39}" dt="2024-06-06T13:00:43.809" v="62" actId="20577"/>
          <ac:spMkLst>
            <pc:docMk/>
            <pc:sldMk cId="2259308896" sldId="256"/>
            <ac:spMk id="9" creationId="{0A309D09-2937-4053-9CD6-3131EABB071E}"/>
          </ac:spMkLst>
        </pc:spChg>
        <pc:spChg chg="mod">
          <ac:chgData name="Arsen Pshevlotsky" userId="S::arsen.pshevlotsky@skole.hr::f64db81b-0f6f-4053-994b-660daf1c6b8a" providerId="AD" clId="Web-{944DFD54-B935-5F07-E534-A01509A1BA39}" dt="2024-06-06T13:00:27.465" v="44" actId="20577"/>
          <ac:spMkLst>
            <pc:docMk/>
            <pc:sldMk cId="2259308896" sldId="256"/>
            <ac:spMk id="13" creationId="{E8C4EFE6-2069-473C-9C7D-664E02AC6481}"/>
          </ac:spMkLst>
        </pc:spChg>
      </pc:sldChg>
      <pc:sldChg chg="addSp delSp modSp del">
        <pc:chgData name="Arsen Pshevlotsky" userId="S::arsen.pshevlotsky@skole.hr::f64db81b-0f6f-4053-994b-660daf1c6b8a" providerId="AD" clId="Web-{944DFD54-B935-5F07-E534-A01509A1BA39}" dt="2024-06-06T13:01:38.030" v="71"/>
        <pc:sldMkLst>
          <pc:docMk/>
          <pc:sldMk cId="2593787646" sldId="279"/>
        </pc:sldMkLst>
        <pc:spChg chg="add del mod">
          <ac:chgData name="Arsen Pshevlotsky" userId="S::arsen.pshevlotsky@skole.hr::f64db81b-0f6f-4053-994b-660daf1c6b8a" providerId="AD" clId="Web-{944DFD54-B935-5F07-E534-A01509A1BA39}" dt="2024-06-06T13:01:03.513" v="67"/>
          <ac:spMkLst>
            <pc:docMk/>
            <pc:sldMk cId="2593787646" sldId="279"/>
            <ac:spMk id="3" creationId="{F5315F28-9C58-83EF-3054-021595C5B21A}"/>
          </ac:spMkLst>
        </pc:spChg>
        <pc:spChg chg="add del mod">
          <ac:chgData name="Arsen Pshevlotsky" userId="S::arsen.pshevlotsky@skole.hr::f64db81b-0f6f-4053-994b-660daf1c6b8a" providerId="AD" clId="Web-{944DFD54-B935-5F07-E534-A01509A1BA39}" dt="2024-06-06T13:01:04.123" v="68"/>
          <ac:spMkLst>
            <pc:docMk/>
            <pc:sldMk cId="2593787646" sldId="279"/>
            <ac:spMk id="5" creationId="{8726ACB7-3949-C23A-8C0B-4AE9DD7B98F9}"/>
          </ac:spMkLst>
        </pc:spChg>
        <pc:spChg chg="add del">
          <ac:chgData name="Arsen Pshevlotsky" userId="S::arsen.pshevlotsky@skole.hr::f64db81b-0f6f-4053-994b-660daf1c6b8a" providerId="AD" clId="Web-{944DFD54-B935-5F07-E534-A01509A1BA39}" dt="2024-06-06T13:01:28.514" v="70"/>
          <ac:spMkLst>
            <pc:docMk/>
            <pc:sldMk cId="2593787646" sldId="279"/>
            <ac:spMk id="6" creationId="{328619E8-EF55-9417-44DE-8B1F03D8B2C9}"/>
          </ac:spMkLst>
        </pc:spChg>
        <pc:picChg chg="del">
          <ac:chgData name="Arsen Pshevlotsky" userId="S::arsen.pshevlotsky@skole.hr::f64db81b-0f6f-4053-994b-660daf1c6b8a" providerId="AD" clId="Web-{944DFD54-B935-5F07-E534-A01509A1BA39}" dt="2024-06-06T13:01:01.482" v="66"/>
          <ac:picMkLst>
            <pc:docMk/>
            <pc:sldMk cId="2593787646" sldId="279"/>
            <ac:picMk id="22" creationId="{9AD18647-9CDA-4709-9738-A5B5C1DB545C}"/>
          </ac:picMkLst>
        </pc:picChg>
        <pc:picChg chg="del">
          <ac:chgData name="Arsen Pshevlotsky" userId="S::arsen.pshevlotsky@skole.hr::f64db81b-0f6f-4053-994b-660daf1c6b8a" providerId="AD" clId="Web-{944DFD54-B935-5F07-E534-A01509A1BA39}" dt="2024-06-06T13:01:00.904" v="65"/>
          <ac:picMkLst>
            <pc:docMk/>
            <pc:sldMk cId="2593787646" sldId="279"/>
            <ac:picMk id="34" creationId="{E23E4EA2-AE1C-4911-AC13-FD854477A2FB}"/>
          </ac:picMkLst>
        </pc:picChg>
      </pc:sldChg>
      <pc:sldChg chg="modSp">
        <pc:chgData name="Arsen Pshevlotsky" userId="S::arsen.pshevlotsky@skole.hr::f64db81b-0f6f-4053-994b-660daf1c6b8a" providerId="AD" clId="Web-{944DFD54-B935-5F07-E534-A01509A1BA39}" dt="2024-06-06T13:05:58.180" v="144" actId="20577"/>
        <pc:sldMkLst>
          <pc:docMk/>
          <pc:sldMk cId="192617391" sldId="280"/>
        </pc:sldMkLst>
        <pc:spChg chg="mod">
          <ac:chgData name="Arsen Pshevlotsky" userId="S::arsen.pshevlotsky@skole.hr::f64db81b-0f6f-4053-994b-660daf1c6b8a" providerId="AD" clId="Web-{944DFD54-B935-5F07-E534-A01509A1BA39}" dt="2024-06-06T13:03:52.519" v="112" actId="14100"/>
          <ac:spMkLst>
            <pc:docMk/>
            <pc:sldMk cId="192617391" sldId="280"/>
            <ac:spMk id="2" creationId="{B6716D8A-2E12-4C9A-8001-077CF283056F}"/>
          </ac:spMkLst>
        </pc:spChg>
        <pc:spChg chg="mod">
          <ac:chgData name="Arsen Pshevlotsky" userId="S::arsen.pshevlotsky@skole.hr::f64db81b-0f6f-4053-994b-660daf1c6b8a" providerId="AD" clId="Web-{944DFD54-B935-5F07-E534-A01509A1BA39}" dt="2024-06-06T13:05:58.180" v="144" actId="20577"/>
          <ac:spMkLst>
            <pc:docMk/>
            <pc:sldMk cId="192617391" sldId="280"/>
            <ac:spMk id="42" creationId="{69D5268B-B9FF-4EF5-90FE-EC2BBE068171}"/>
          </ac:spMkLst>
        </pc:spChg>
      </pc:sldChg>
      <pc:sldChg chg="new del">
        <pc:chgData name="Arsen Pshevlotsky" userId="S::arsen.pshevlotsky@skole.hr::f64db81b-0f6f-4053-994b-660daf1c6b8a" providerId="AD" clId="Web-{944DFD54-B935-5F07-E534-A01509A1BA39}" dt="2024-06-06T13:00:54.075" v="64"/>
        <pc:sldMkLst>
          <pc:docMk/>
          <pc:sldMk cId="2946711732" sldId="282"/>
        </pc:sldMkLst>
      </pc:sldChg>
    </pc:docChg>
  </pc:docChgLst>
  <pc:docChgLst>
    <pc:chgData name="Arsen Pshevlotsky" userId="S::arsen.pshevlotsky@skole.hr::f64db81b-0f6f-4053-994b-660daf1c6b8a" providerId="AD" clId="Web-{8C6F9024-527B-F070-0E68-CFBB185B95C8}"/>
    <pc:docChg chg="addSld delSld modSld">
      <pc:chgData name="Arsen Pshevlotsky" userId="S::arsen.pshevlotsky@skole.hr::f64db81b-0f6f-4053-994b-660daf1c6b8a" providerId="AD" clId="Web-{8C6F9024-527B-F070-0E68-CFBB185B95C8}" dt="2024-06-06T13:57:03.404" v="683" actId="20577"/>
      <pc:docMkLst>
        <pc:docMk/>
      </pc:docMkLst>
      <pc:sldChg chg="del">
        <pc:chgData name="Arsen Pshevlotsky" userId="S::arsen.pshevlotsky@skole.hr::f64db81b-0f6f-4053-994b-660daf1c6b8a" providerId="AD" clId="Web-{8C6F9024-527B-F070-0E68-CFBB185B95C8}" dt="2024-06-06T13:19:57.111" v="61"/>
        <pc:sldMkLst>
          <pc:docMk/>
          <pc:sldMk cId="3446797337" sldId="259"/>
        </pc:sldMkLst>
      </pc:sldChg>
      <pc:sldChg chg="del">
        <pc:chgData name="Arsen Pshevlotsky" userId="S::arsen.pshevlotsky@skole.hr::f64db81b-0f6f-4053-994b-660daf1c6b8a" providerId="AD" clId="Web-{8C6F9024-527B-F070-0E68-CFBB185B95C8}" dt="2024-06-06T13:20:34.769" v="68"/>
        <pc:sldMkLst>
          <pc:docMk/>
          <pc:sldMk cId="4212917468" sldId="260"/>
        </pc:sldMkLst>
      </pc:sldChg>
      <pc:sldChg chg="del">
        <pc:chgData name="Arsen Pshevlotsky" userId="S::arsen.pshevlotsky@skole.hr::f64db81b-0f6f-4053-994b-660daf1c6b8a" providerId="AD" clId="Web-{8C6F9024-527B-F070-0E68-CFBB185B95C8}" dt="2024-06-06T13:20:31.331" v="66"/>
        <pc:sldMkLst>
          <pc:docMk/>
          <pc:sldMk cId="3477453048" sldId="263"/>
        </pc:sldMkLst>
      </pc:sldChg>
      <pc:sldChg chg="del">
        <pc:chgData name="Arsen Pshevlotsky" userId="S::arsen.pshevlotsky@skole.hr::f64db81b-0f6f-4053-994b-660daf1c6b8a" providerId="AD" clId="Web-{8C6F9024-527B-F070-0E68-CFBB185B95C8}" dt="2024-06-06T13:20:26.831" v="64"/>
        <pc:sldMkLst>
          <pc:docMk/>
          <pc:sldMk cId="2563119616" sldId="265"/>
        </pc:sldMkLst>
      </pc:sldChg>
      <pc:sldChg chg="del">
        <pc:chgData name="Arsen Pshevlotsky" userId="S::arsen.pshevlotsky@skole.hr::f64db81b-0f6f-4053-994b-660daf1c6b8a" providerId="AD" clId="Web-{8C6F9024-527B-F070-0E68-CFBB185B95C8}" dt="2024-06-06T13:20:23.800" v="63"/>
        <pc:sldMkLst>
          <pc:docMk/>
          <pc:sldMk cId="2721508595" sldId="266"/>
        </pc:sldMkLst>
      </pc:sldChg>
      <pc:sldChg chg="del">
        <pc:chgData name="Arsen Pshevlotsky" userId="S::arsen.pshevlotsky@skole.hr::f64db81b-0f6f-4053-994b-660daf1c6b8a" providerId="AD" clId="Web-{8C6F9024-527B-F070-0E68-CFBB185B95C8}" dt="2024-06-06T13:20:22.081" v="62"/>
        <pc:sldMkLst>
          <pc:docMk/>
          <pc:sldMk cId="1836265594" sldId="270"/>
        </pc:sldMkLst>
      </pc:sldChg>
      <pc:sldChg chg="del">
        <pc:chgData name="Arsen Pshevlotsky" userId="S::arsen.pshevlotsky@skole.hr::f64db81b-0f6f-4053-994b-660daf1c6b8a" providerId="AD" clId="Web-{8C6F9024-527B-F070-0E68-CFBB185B95C8}" dt="2024-06-06T13:20:29.503" v="65"/>
        <pc:sldMkLst>
          <pc:docMk/>
          <pc:sldMk cId="4167936497" sldId="276"/>
        </pc:sldMkLst>
      </pc:sldChg>
      <pc:sldChg chg="addSp delSp modSp">
        <pc:chgData name="Arsen Pshevlotsky" userId="S::arsen.pshevlotsky@skole.hr::f64db81b-0f6f-4053-994b-660daf1c6b8a" providerId="AD" clId="Web-{8C6F9024-527B-F070-0E68-CFBB185B95C8}" dt="2024-06-06T13:57:03.404" v="683" actId="20577"/>
        <pc:sldMkLst>
          <pc:docMk/>
          <pc:sldMk cId="2452352329" sldId="277"/>
        </pc:sldMkLst>
        <pc:spChg chg="add del mod">
          <ac:chgData name="Arsen Pshevlotsky" userId="S::arsen.pshevlotsky@skole.hr::f64db81b-0f6f-4053-994b-660daf1c6b8a" providerId="AD" clId="Web-{8C6F9024-527B-F070-0E68-CFBB185B95C8}" dt="2024-06-06T13:56:46.653" v="676"/>
          <ac:spMkLst>
            <pc:docMk/>
            <pc:sldMk cId="2452352329" sldId="277"/>
            <ac:spMk id="3" creationId="{1812857D-752C-700F-7F0D-F932DB723731}"/>
          </ac:spMkLst>
        </pc:spChg>
        <pc:spChg chg="add del mod">
          <ac:chgData name="Arsen Pshevlotsky" userId="S::arsen.pshevlotsky@skole.hr::f64db81b-0f6f-4053-994b-660daf1c6b8a" providerId="AD" clId="Web-{8C6F9024-527B-F070-0E68-CFBB185B95C8}" dt="2024-06-06T13:56:48.138" v="677"/>
          <ac:spMkLst>
            <pc:docMk/>
            <pc:sldMk cId="2452352329" sldId="277"/>
            <ac:spMk id="5" creationId="{6F14650F-AD78-FA1D-2FF9-CB5CA29BD25A}"/>
          </ac:spMkLst>
        </pc:spChg>
        <pc:spChg chg="add del mod">
          <ac:chgData name="Arsen Pshevlotsky" userId="S::arsen.pshevlotsky@skole.hr::f64db81b-0f6f-4053-994b-660daf1c6b8a" providerId="AD" clId="Web-{8C6F9024-527B-F070-0E68-CFBB185B95C8}" dt="2024-06-06T13:56:50.341" v="678"/>
          <ac:spMkLst>
            <pc:docMk/>
            <pc:sldMk cId="2452352329" sldId="277"/>
            <ac:spMk id="7" creationId="{779CABA4-2B6D-53A8-3432-B3368298B7D8}"/>
          </ac:spMkLst>
        </pc:spChg>
        <pc:spChg chg="del">
          <ac:chgData name="Arsen Pshevlotsky" userId="S::arsen.pshevlotsky@skole.hr::f64db81b-0f6f-4053-994b-660daf1c6b8a" providerId="AD" clId="Web-{8C6F9024-527B-F070-0E68-CFBB185B95C8}" dt="2024-06-06T13:56:44.887" v="674"/>
          <ac:spMkLst>
            <pc:docMk/>
            <pc:sldMk cId="2452352329" sldId="277"/>
            <ac:spMk id="13" creationId="{27C60074-2066-4765-88F0-BC4B57CC1F9D}"/>
          </ac:spMkLst>
        </pc:spChg>
        <pc:spChg chg="del">
          <ac:chgData name="Arsen Pshevlotsky" userId="S::arsen.pshevlotsky@skole.hr::f64db81b-0f6f-4053-994b-660daf1c6b8a" providerId="AD" clId="Web-{8C6F9024-527B-F070-0E68-CFBB185B95C8}" dt="2024-06-06T13:56:44.341" v="673"/>
          <ac:spMkLst>
            <pc:docMk/>
            <pc:sldMk cId="2452352329" sldId="277"/>
            <ac:spMk id="15" creationId="{5C765B3E-A7DA-421D-A959-98BFA5AE3BA1}"/>
          </ac:spMkLst>
        </pc:spChg>
        <pc:spChg chg="del">
          <ac:chgData name="Arsen Pshevlotsky" userId="S::arsen.pshevlotsky@skole.hr::f64db81b-0f6f-4053-994b-660daf1c6b8a" providerId="AD" clId="Web-{8C6F9024-527B-F070-0E68-CFBB185B95C8}" dt="2024-06-06T13:56:45.575" v="675"/>
          <ac:spMkLst>
            <pc:docMk/>
            <pc:sldMk cId="2452352329" sldId="277"/>
            <ac:spMk id="17" creationId="{19606920-6D8A-4305-AB8A-83B7F93915CE}"/>
          </ac:spMkLst>
        </pc:spChg>
        <pc:spChg chg="mod">
          <ac:chgData name="Arsen Pshevlotsky" userId="S::arsen.pshevlotsky@skole.hr::f64db81b-0f6f-4053-994b-660daf1c6b8a" providerId="AD" clId="Web-{8C6F9024-527B-F070-0E68-CFBB185B95C8}" dt="2024-06-06T13:57:03.404" v="683" actId="20577"/>
          <ac:spMkLst>
            <pc:docMk/>
            <pc:sldMk cId="2452352329" sldId="277"/>
            <ac:spMk id="57" creationId="{D9F93E89-6BB0-44BD-A234-9F0747573935}"/>
          </ac:spMkLst>
        </pc:spChg>
      </pc:sldChg>
      <pc:sldChg chg="addSp delSp modSp mod setBg">
        <pc:chgData name="Arsen Pshevlotsky" userId="S::arsen.pshevlotsky@skole.hr::f64db81b-0f6f-4053-994b-660daf1c6b8a" providerId="AD" clId="Web-{8C6F9024-527B-F070-0E68-CFBB185B95C8}" dt="2024-06-06T13:19:51.783" v="60"/>
        <pc:sldMkLst>
          <pc:docMk/>
          <pc:sldMk cId="192617391" sldId="280"/>
        </pc:sldMkLst>
        <pc:spChg chg="add del mod">
          <ac:chgData name="Arsen Pshevlotsky" userId="S::arsen.pshevlotsky@skole.hr::f64db81b-0f6f-4053-994b-660daf1c6b8a" providerId="AD" clId="Web-{8C6F9024-527B-F070-0E68-CFBB185B95C8}" dt="2024-06-06T13:13:31.161" v="4"/>
          <ac:spMkLst>
            <pc:docMk/>
            <pc:sldMk cId="192617391" sldId="280"/>
            <ac:spMk id="6" creationId="{BDC40EBA-D53B-AD2E-77C3-CAC6FFC3B215}"/>
          </ac:spMkLst>
        </pc:spChg>
        <pc:spChg chg="add del mod">
          <ac:chgData name="Arsen Pshevlotsky" userId="S::arsen.pshevlotsky@skole.hr::f64db81b-0f6f-4053-994b-660daf1c6b8a" providerId="AD" clId="Web-{8C6F9024-527B-F070-0E68-CFBB185B95C8}" dt="2024-06-06T13:13:31.661" v="5"/>
          <ac:spMkLst>
            <pc:docMk/>
            <pc:sldMk cId="192617391" sldId="280"/>
            <ac:spMk id="8" creationId="{79CA92E7-839E-0FDC-8BB1-682CEF6FFA98}"/>
          </ac:spMkLst>
        </pc:spChg>
        <pc:spChg chg="add del mod">
          <ac:chgData name="Arsen Pshevlotsky" userId="S::arsen.pshevlotsky@skole.hr::f64db81b-0f6f-4053-994b-660daf1c6b8a" providerId="AD" clId="Web-{8C6F9024-527B-F070-0E68-CFBB185B95C8}" dt="2024-06-06T13:13:30.786" v="3"/>
          <ac:spMkLst>
            <pc:docMk/>
            <pc:sldMk cId="192617391" sldId="280"/>
            <ac:spMk id="10" creationId="{086E523A-F336-3084-53D6-B6AA14BC8224}"/>
          </ac:spMkLst>
        </pc:spChg>
        <pc:spChg chg="add del mod">
          <ac:chgData name="Arsen Pshevlotsky" userId="S::arsen.pshevlotsky@skole.hr::f64db81b-0f6f-4053-994b-660daf1c6b8a" providerId="AD" clId="Web-{8C6F9024-527B-F070-0E68-CFBB185B95C8}" dt="2024-06-06T13:18:16.202" v="39"/>
          <ac:spMkLst>
            <pc:docMk/>
            <pc:sldMk cId="192617391" sldId="280"/>
            <ac:spMk id="13" creationId="{29868B2C-DBF1-7BF7-A40A-876AE4ABE8EC}"/>
          </ac:spMkLst>
        </pc:spChg>
        <pc:spChg chg="add del mod ord">
          <ac:chgData name="Arsen Pshevlotsky" userId="S::arsen.pshevlotsky@skole.hr::f64db81b-0f6f-4053-994b-660daf1c6b8a" providerId="AD" clId="Web-{8C6F9024-527B-F070-0E68-CFBB185B95C8}" dt="2024-06-06T13:19:51.783" v="60"/>
          <ac:spMkLst>
            <pc:docMk/>
            <pc:sldMk cId="192617391" sldId="280"/>
            <ac:spMk id="16" creationId="{AB76E05B-872B-E654-11CB-4BABE8A91693}"/>
          </ac:spMkLst>
        </pc:spChg>
        <pc:picChg chg="add del mod">
          <ac:chgData name="Arsen Pshevlotsky" userId="S::arsen.pshevlotsky@skole.hr::f64db81b-0f6f-4053-994b-660daf1c6b8a" providerId="AD" clId="Web-{8C6F9024-527B-F070-0E68-CFBB185B95C8}" dt="2024-06-06T13:14:45.070" v="7"/>
          <ac:picMkLst>
            <pc:docMk/>
            <pc:sldMk cId="192617391" sldId="280"/>
            <ac:picMk id="11" creationId="{92784EC5-1B57-5678-87C4-46749040DE0F}"/>
          </ac:picMkLst>
        </pc:picChg>
        <pc:picChg chg="add del mod ord">
          <ac:chgData name="Arsen Pshevlotsky" userId="S::arsen.pshevlotsky@skole.hr::f64db81b-0f6f-4053-994b-660daf1c6b8a" providerId="AD" clId="Web-{8C6F9024-527B-F070-0E68-CFBB185B95C8}" dt="2024-06-06T13:19:49.548" v="59" actId="14100"/>
          <ac:picMkLst>
            <pc:docMk/>
            <pc:sldMk cId="192617391" sldId="280"/>
            <ac:picMk id="12" creationId="{AD747799-B475-ED74-546F-5CD7CA10CE11}"/>
          </ac:picMkLst>
        </pc:picChg>
        <pc:picChg chg="del">
          <ac:chgData name="Arsen Pshevlotsky" userId="S::arsen.pshevlotsky@skole.hr::f64db81b-0f6f-4053-994b-660daf1c6b8a" providerId="AD" clId="Web-{8C6F9024-527B-F070-0E68-CFBB185B95C8}" dt="2024-06-06T13:13:23.879" v="0"/>
          <ac:picMkLst>
            <pc:docMk/>
            <pc:sldMk cId="192617391" sldId="280"/>
            <ac:picMk id="15" creationId="{BE32D43A-F9E0-4193-81D0-A9A8A08EF7EC}"/>
          </ac:picMkLst>
        </pc:picChg>
        <pc:picChg chg="del">
          <ac:chgData name="Arsen Pshevlotsky" userId="S::arsen.pshevlotsky@skole.hr::f64db81b-0f6f-4053-994b-660daf1c6b8a" providerId="AD" clId="Web-{8C6F9024-527B-F070-0E68-CFBB185B95C8}" dt="2024-06-06T13:13:24.348" v="1"/>
          <ac:picMkLst>
            <pc:docMk/>
            <pc:sldMk cId="192617391" sldId="280"/>
            <ac:picMk id="19" creationId="{072F7D0B-B934-4714-AB6E-C61108C82C6F}"/>
          </ac:picMkLst>
        </pc:picChg>
        <pc:picChg chg="del">
          <ac:chgData name="Arsen Pshevlotsky" userId="S::arsen.pshevlotsky@skole.hr::f64db81b-0f6f-4053-994b-660daf1c6b8a" providerId="AD" clId="Web-{8C6F9024-527B-F070-0E68-CFBB185B95C8}" dt="2024-06-06T13:13:24.754" v="2"/>
          <ac:picMkLst>
            <pc:docMk/>
            <pc:sldMk cId="192617391" sldId="280"/>
            <ac:picMk id="21" creationId="{86DC3AB9-5DEA-476D-AAA6-F455743198EB}"/>
          </ac:picMkLst>
        </pc:picChg>
      </pc:sldChg>
      <pc:sldChg chg="del">
        <pc:chgData name="Arsen Pshevlotsky" userId="S::arsen.pshevlotsky@skole.hr::f64db81b-0f6f-4053-994b-660daf1c6b8a" providerId="AD" clId="Web-{8C6F9024-527B-F070-0E68-CFBB185B95C8}" dt="2024-06-06T13:20:33.128" v="67"/>
        <pc:sldMkLst>
          <pc:docMk/>
          <pc:sldMk cId="2672174031" sldId="281"/>
        </pc:sldMkLst>
      </pc:sldChg>
      <pc:sldChg chg="modSp new">
        <pc:chgData name="Arsen Pshevlotsky" userId="S::arsen.pshevlotsky@skole.hr::f64db81b-0f6f-4053-994b-660daf1c6b8a" providerId="AD" clId="Web-{8C6F9024-527B-F070-0E68-CFBB185B95C8}" dt="2024-06-06T13:34:50.156" v="245" actId="20577"/>
        <pc:sldMkLst>
          <pc:docMk/>
          <pc:sldMk cId="3441215084" sldId="281"/>
        </pc:sldMkLst>
        <pc:spChg chg="mod">
          <ac:chgData name="Arsen Pshevlotsky" userId="S::arsen.pshevlotsky@skole.hr::f64db81b-0f6f-4053-994b-660daf1c6b8a" providerId="AD" clId="Web-{8C6F9024-527B-F070-0E68-CFBB185B95C8}" dt="2024-06-06T13:22:07.319" v="88" actId="20577"/>
          <ac:spMkLst>
            <pc:docMk/>
            <pc:sldMk cId="3441215084" sldId="281"/>
            <ac:spMk id="2" creationId="{9E300BF8-88BE-EBA5-01C9-AA00B13F03F5}"/>
          </ac:spMkLst>
        </pc:spChg>
        <pc:spChg chg="mod">
          <ac:chgData name="Arsen Pshevlotsky" userId="S::arsen.pshevlotsky@skole.hr::f64db81b-0f6f-4053-994b-660daf1c6b8a" providerId="AD" clId="Web-{8C6F9024-527B-F070-0E68-CFBB185B95C8}" dt="2024-06-06T13:22:34.507" v="94" actId="20577"/>
          <ac:spMkLst>
            <pc:docMk/>
            <pc:sldMk cId="3441215084" sldId="281"/>
            <ac:spMk id="3" creationId="{46C505CC-23D2-1373-F78A-82F602A7DE27}"/>
          </ac:spMkLst>
        </pc:spChg>
        <pc:spChg chg="mod">
          <ac:chgData name="Arsen Pshevlotsky" userId="S::arsen.pshevlotsky@skole.hr::f64db81b-0f6f-4053-994b-660daf1c6b8a" providerId="AD" clId="Web-{8C6F9024-527B-F070-0E68-CFBB185B95C8}" dt="2024-06-06T13:31:36.681" v="223" actId="20577"/>
          <ac:spMkLst>
            <pc:docMk/>
            <pc:sldMk cId="3441215084" sldId="281"/>
            <ac:spMk id="4" creationId="{C4F40D6D-2582-A1A6-C002-564483C95BC1}"/>
          </ac:spMkLst>
        </pc:spChg>
        <pc:spChg chg="mod">
          <ac:chgData name="Arsen Pshevlotsky" userId="S::arsen.pshevlotsky@skole.hr::f64db81b-0f6f-4053-994b-660daf1c6b8a" providerId="AD" clId="Web-{8C6F9024-527B-F070-0E68-CFBB185B95C8}" dt="2024-06-06T13:26:37.437" v="157" actId="20577"/>
          <ac:spMkLst>
            <pc:docMk/>
            <pc:sldMk cId="3441215084" sldId="281"/>
            <ac:spMk id="5" creationId="{232A78F5-FDD1-D257-8F73-1BE485A32B93}"/>
          </ac:spMkLst>
        </pc:spChg>
        <pc:spChg chg="mod">
          <ac:chgData name="Arsen Pshevlotsky" userId="S::arsen.pshevlotsky@skole.hr::f64db81b-0f6f-4053-994b-660daf1c6b8a" providerId="AD" clId="Web-{8C6F9024-527B-F070-0E68-CFBB185B95C8}" dt="2024-06-06T13:34:50.156" v="245" actId="20577"/>
          <ac:spMkLst>
            <pc:docMk/>
            <pc:sldMk cId="3441215084" sldId="281"/>
            <ac:spMk id="6" creationId="{7E08A5D6-4ED0-1E07-E34D-058625F26A03}"/>
          </ac:spMkLst>
        </pc:spChg>
      </pc:sldChg>
      <pc:sldChg chg="delSp modSp add replId">
        <pc:chgData name="Arsen Pshevlotsky" userId="S::arsen.pshevlotsky@skole.hr::f64db81b-0f6f-4053-994b-660daf1c6b8a" providerId="AD" clId="Web-{8C6F9024-527B-F070-0E68-CFBB185B95C8}" dt="2024-06-06T13:56:36.684" v="672" actId="20577"/>
        <pc:sldMkLst>
          <pc:docMk/>
          <pc:sldMk cId="2403389216" sldId="282"/>
        </pc:sldMkLst>
        <pc:spChg chg="mod">
          <ac:chgData name="Arsen Pshevlotsky" userId="S::arsen.pshevlotsky@skole.hr::f64db81b-0f6f-4053-994b-660daf1c6b8a" providerId="AD" clId="Web-{8C6F9024-527B-F070-0E68-CFBB185B95C8}" dt="2024-06-06T13:24:36.792" v="124" actId="1076"/>
          <ac:spMkLst>
            <pc:docMk/>
            <pc:sldMk cId="2403389216" sldId="282"/>
            <ac:spMk id="2" creationId="{B6716D8A-2E12-4C9A-8001-077CF283056F}"/>
          </ac:spMkLst>
        </pc:spChg>
        <pc:spChg chg="mod">
          <ac:chgData name="Arsen Pshevlotsky" userId="S::arsen.pshevlotsky@skole.hr::f64db81b-0f6f-4053-994b-660daf1c6b8a" providerId="AD" clId="Web-{8C6F9024-527B-F070-0E68-CFBB185B95C8}" dt="2024-06-06T13:56:36.684" v="672" actId="20577"/>
          <ac:spMkLst>
            <pc:docMk/>
            <pc:sldMk cId="2403389216" sldId="282"/>
            <ac:spMk id="42" creationId="{69D5268B-B9FF-4EF5-90FE-EC2BBE068171}"/>
          </ac:spMkLst>
        </pc:spChg>
        <pc:picChg chg="del">
          <ac:chgData name="Arsen Pshevlotsky" userId="S::arsen.pshevlotsky@skole.hr::f64db81b-0f6f-4053-994b-660daf1c6b8a" providerId="AD" clId="Web-{8C6F9024-527B-F070-0E68-CFBB185B95C8}" dt="2024-06-06T13:23:57.291" v="108"/>
          <ac:picMkLst>
            <pc:docMk/>
            <pc:sldMk cId="2403389216" sldId="282"/>
            <ac:picMk id="12" creationId="{AD747799-B475-ED74-546F-5CD7CA10CE11}"/>
          </ac:picMkLst>
        </pc:picChg>
      </pc:sldChg>
      <pc:sldChg chg="new del">
        <pc:chgData name="Arsen Pshevlotsky" userId="S::arsen.pshevlotsky@skole.hr::f64db81b-0f6f-4053-994b-660daf1c6b8a" providerId="AD" clId="Web-{8C6F9024-527B-F070-0E68-CFBB185B95C8}" dt="2024-06-06T13:23:31.915" v="106"/>
        <pc:sldMkLst>
          <pc:docMk/>
          <pc:sldMk cId="4056732615" sldId="282"/>
        </pc:sldMkLst>
      </pc:sldChg>
      <pc:sldChg chg="modSp new">
        <pc:chgData name="Arsen Pshevlotsky" userId="S::arsen.pshevlotsky@skole.hr::f64db81b-0f6f-4053-994b-660daf1c6b8a" providerId="AD" clId="Web-{8C6F9024-527B-F070-0E68-CFBB185B95C8}" dt="2024-06-06T13:50:44.016" v="643" actId="20577"/>
        <pc:sldMkLst>
          <pc:docMk/>
          <pc:sldMk cId="2961631538" sldId="283"/>
        </pc:sldMkLst>
        <pc:spChg chg="mod">
          <ac:chgData name="Arsen Pshevlotsky" userId="S::arsen.pshevlotsky@skole.hr::f64db81b-0f6f-4053-994b-660daf1c6b8a" providerId="AD" clId="Web-{8C6F9024-527B-F070-0E68-CFBB185B95C8}" dt="2024-06-06T13:35:14.860" v="261" actId="20577"/>
          <ac:spMkLst>
            <pc:docMk/>
            <pc:sldMk cId="2961631538" sldId="283"/>
            <ac:spMk id="2" creationId="{99ACF5BE-F000-18A8-1A00-DC9EBAD954D5}"/>
          </ac:spMkLst>
        </pc:spChg>
        <pc:spChg chg="mod">
          <ac:chgData name="Arsen Pshevlotsky" userId="S::arsen.pshevlotsky@skole.hr::f64db81b-0f6f-4053-994b-660daf1c6b8a" providerId="AD" clId="Web-{8C6F9024-527B-F070-0E68-CFBB185B95C8}" dt="2024-06-06T13:40:24.105" v="504" actId="20577"/>
          <ac:spMkLst>
            <pc:docMk/>
            <pc:sldMk cId="2961631538" sldId="283"/>
            <ac:spMk id="3" creationId="{B7BCACB4-CC47-10DE-3555-FD042551487B}"/>
          </ac:spMkLst>
        </pc:spChg>
        <pc:spChg chg="mod">
          <ac:chgData name="Arsen Pshevlotsky" userId="S::arsen.pshevlotsky@skole.hr::f64db81b-0f6f-4053-994b-660daf1c6b8a" providerId="AD" clId="Web-{8C6F9024-527B-F070-0E68-CFBB185B95C8}" dt="2024-06-06T13:40:13.245" v="499" actId="20577"/>
          <ac:spMkLst>
            <pc:docMk/>
            <pc:sldMk cId="2961631538" sldId="283"/>
            <ac:spMk id="4" creationId="{17E2D598-FBED-1F3A-2670-37001F2D3364}"/>
          </ac:spMkLst>
        </pc:spChg>
        <pc:spChg chg="mod">
          <ac:chgData name="Arsen Pshevlotsky" userId="S::arsen.pshevlotsky@skole.hr::f64db81b-0f6f-4053-994b-660daf1c6b8a" providerId="AD" clId="Web-{8C6F9024-527B-F070-0E68-CFBB185B95C8}" dt="2024-06-06T13:44:44.379" v="508" actId="20577"/>
          <ac:spMkLst>
            <pc:docMk/>
            <pc:sldMk cId="2961631538" sldId="283"/>
            <ac:spMk id="5" creationId="{94A0EAC9-F3BF-23D8-26DA-D440EA9E2620}"/>
          </ac:spMkLst>
        </pc:spChg>
        <pc:spChg chg="mod">
          <ac:chgData name="Arsen Pshevlotsky" userId="S::arsen.pshevlotsky@skole.hr::f64db81b-0f6f-4053-994b-660daf1c6b8a" providerId="AD" clId="Web-{8C6F9024-527B-F070-0E68-CFBB185B95C8}" dt="2024-06-06T13:46:43.149" v="526" actId="20577"/>
          <ac:spMkLst>
            <pc:docMk/>
            <pc:sldMk cId="2961631538" sldId="283"/>
            <ac:spMk id="6" creationId="{BC03F674-AF49-25DA-1D60-623A3703DDEC}"/>
          </ac:spMkLst>
        </pc:spChg>
        <pc:spChg chg="mod">
          <ac:chgData name="Arsen Pshevlotsky" userId="S::arsen.pshevlotsky@skole.hr::f64db81b-0f6f-4053-994b-660daf1c6b8a" providerId="AD" clId="Web-{8C6F9024-527B-F070-0E68-CFBB185B95C8}" dt="2024-06-06T13:46:09.804" v="519" actId="20577"/>
          <ac:spMkLst>
            <pc:docMk/>
            <pc:sldMk cId="2961631538" sldId="283"/>
            <ac:spMk id="7" creationId="{7FFFE3EB-AE0E-01A0-6161-B91865397C1F}"/>
          </ac:spMkLst>
        </pc:spChg>
        <pc:spChg chg="mod">
          <ac:chgData name="Arsen Pshevlotsky" userId="S::arsen.pshevlotsky@skole.hr::f64db81b-0f6f-4053-994b-660daf1c6b8a" providerId="AD" clId="Web-{8C6F9024-527B-F070-0E68-CFBB185B95C8}" dt="2024-06-06T13:50:44.016" v="643" actId="20577"/>
          <ac:spMkLst>
            <pc:docMk/>
            <pc:sldMk cId="2961631538" sldId="283"/>
            <ac:spMk id="8" creationId="{4F9A37CD-D3BC-FDCB-8317-C26360DA63BC}"/>
          </ac:spMkLst>
        </pc:spChg>
      </pc:sldChg>
      <pc:sldChg chg="modSp new">
        <pc:chgData name="Arsen Pshevlotsky" userId="S::arsen.pshevlotsky@skole.hr::f64db81b-0f6f-4053-994b-660daf1c6b8a" providerId="AD" clId="Web-{8C6F9024-527B-F070-0E68-CFBB185B95C8}" dt="2024-06-06T13:55:40.338" v="667" actId="20577"/>
        <pc:sldMkLst>
          <pc:docMk/>
          <pc:sldMk cId="187286345" sldId="284"/>
        </pc:sldMkLst>
        <pc:spChg chg="mod">
          <ac:chgData name="Arsen Pshevlotsky" userId="S::arsen.pshevlotsky@skole.hr::f64db81b-0f6f-4053-994b-660daf1c6b8a" providerId="AD" clId="Web-{8C6F9024-527B-F070-0E68-CFBB185B95C8}" dt="2024-06-06T13:55:10.041" v="660" actId="20577"/>
          <ac:spMkLst>
            <pc:docMk/>
            <pc:sldMk cId="187286345" sldId="284"/>
            <ac:spMk id="2" creationId="{D568DE74-80BB-96A9-8BD4-5F64800558E2}"/>
          </ac:spMkLst>
        </pc:spChg>
        <pc:spChg chg="mod">
          <ac:chgData name="Arsen Pshevlotsky" userId="S::arsen.pshevlotsky@skole.hr::f64db81b-0f6f-4053-994b-660daf1c6b8a" providerId="AD" clId="Web-{8C6F9024-527B-F070-0E68-CFBB185B95C8}" dt="2024-06-06T13:55:40.338" v="667" actId="20577"/>
          <ac:spMkLst>
            <pc:docMk/>
            <pc:sldMk cId="187286345" sldId="284"/>
            <ac:spMk id="3" creationId="{6E069D57-A300-CD50-860B-F34A71EE1ACB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80AE3C0-C0E9-40F8-963A-C710B0868CE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B19749-4C26-46F6-A13E-4F2E91EC14F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AB2F5F-49ED-40E3-A1A5-941FF8279870}" type="datetimeFigureOut">
              <a:rPr lang="en-US" smtClean="0"/>
              <a:t>6/6/2024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826E5B-3572-4EEA-91A0-FE0838ED614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1D8116-DB0F-4C4A-85AD-5331C0D78B8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DB74FA-BCF5-412C-B474-5CA730E53DF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564567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2C1060-699B-414A-8D16-7630F8BDD05E}" type="datetimeFigureOut">
              <a:rPr lang="en-US" smtClean="0"/>
              <a:t>6/6/2024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ADF348-2A86-4531-BD4E-BD8C0BBDAD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88769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D51245-A7A5-4517-A4C5-F741FAE668F7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11301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D51245-A7A5-4517-A4C5-F741FAE668F7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17758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D51245-A7A5-4517-A4C5-F741FAE668F7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428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1947BE1-D586-49AE-B2E6-EE426AA239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7532914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A4C316E-D918-422D-AC5F-D93C59AB67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0078" y="627016"/>
            <a:ext cx="6389027" cy="5601790"/>
          </a:xfrm>
        </p:spPr>
        <p:txBody>
          <a:bodyPr>
            <a:noAutofit/>
          </a:bodyPr>
          <a:lstStyle>
            <a:lvl1pPr algn="r">
              <a:lnSpc>
                <a:spcPct val="101000"/>
              </a:lnSpc>
              <a:spcBef>
                <a:spcPts val="700"/>
              </a:spcBef>
              <a:spcAft>
                <a:spcPts val="700"/>
              </a:spcAft>
              <a:defRPr sz="8000" baseline="0"/>
            </a:lvl1pPr>
          </a:lstStyle>
          <a:p>
            <a:r>
              <a:rPr lang="en-US" dirty="0"/>
              <a:t>Click to edit Master TEXT style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B4012DC-9879-489B-B525-C474C5DD299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029797" y="627016"/>
            <a:ext cx="3199034" cy="5590903"/>
          </a:xfrm>
        </p:spPr>
        <p:txBody>
          <a:bodyPr anchor="ctr">
            <a:normAutofit/>
          </a:bodyPr>
          <a:lstStyle>
            <a:lvl1pPr>
              <a:defRPr lang="en-US" sz="2600" kern="1200" spc="50" baseline="0" dirty="0" smtClean="0">
                <a:solidFill>
                  <a:schemeClr val="tx1"/>
                </a:solidFill>
                <a:latin typeface="+mn-lt"/>
                <a:ea typeface="+mn-ea"/>
                <a:cs typeface="Calibri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14051697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9D15A25-1111-478B-8F77-D992652C7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2264985"/>
            <a:ext cx="5297764" cy="395218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93472D-332A-4010-9FEA-8E1E9AE7E18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66213" y="336958"/>
            <a:ext cx="10616187" cy="1700784"/>
          </a:xfrm>
        </p:spPr>
        <p:txBody>
          <a:bodyPr/>
          <a:lstStyle>
            <a:lvl1pPr>
              <a:lnSpc>
                <a:spcPct val="101000"/>
              </a:lnSpc>
              <a:spcBef>
                <a:spcPts val="700"/>
              </a:spcBef>
              <a:spcAft>
                <a:spcPts val="700"/>
              </a:spcAft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TEXT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1FF791A-8D73-49AD-8569-7F4FE14648E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60120" y="2587752"/>
            <a:ext cx="3694176" cy="3258102"/>
          </a:xfrm>
        </p:spPr>
        <p:txBody>
          <a:bodyPr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>
                <a:cs typeface="Calibri"/>
              </a:rPr>
              <a:t>Click to edit master text style</a:t>
            </a:r>
          </a:p>
          <a:p>
            <a:endParaRPr lang="en-US" dirty="0">
              <a:cs typeface="Calibri"/>
            </a:endParaRP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69D1BED5-2D39-40ED-92F5-CF06BE8A759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297764" y="2265363"/>
            <a:ext cx="3479524" cy="3951287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42FBE291-E88A-44C5-884C-183EE7F67EE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777288" y="2265363"/>
            <a:ext cx="3414712" cy="3951287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B99AED-D702-41BF-B21E-9BFB063082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60121" y="6356350"/>
            <a:ext cx="3353262" cy="365125"/>
          </a:xfrm>
        </p:spPr>
        <p:txBody>
          <a:bodyPr/>
          <a:lstStyle/>
          <a:p>
            <a:r>
              <a:rPr lang="en-US" dirty="0"/>
              <a:t>ea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74C4BB-67B0-4BF7-A7D4-4222652EDB8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477512" y="6356350"/>
            <a:ext cx="3236976" cy="36512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52C385-1FC3-453C-952E-8DDB1B052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5907568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D984A150-581C-4608-9034-48767311A6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6094474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EE19D4B2-6593-465B-9A8E-03DFC94344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60438" y="317499"/>
            <a:ext cx="4500737" cy="2095501"/>
          </a:xfrm>
        </p:spPr>
        <p:txBody>
          <a:bodyPr>
            <a:noAutofit/>
          </a:bodyPr>
          <a:lstStyle>
            <a:lvl1pPr>
              <a:defRPr sz="5400"/>
            </a:lvl1pPr>
          </a:lstStyle>
          <a:p>
            <a:r>
              <a:rPr lang="en-US" sz="5400" dirty="0"/>
              <a:t>Click to edit master text style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E309CC8E-0532-4674-9535-1514DA3C14B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60438" y="2587625"/>
            <a:ext cx="4500737" cy="35941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sz="2000" dirty="0">
                <a:solidFill>
                  <a:schemeClr val="bg1"/>
                </a:solidFill>
                <a:cs typeface="Calibri"/>
              </a:rPr>
              <a:t>Click to edit master text style</a:t>
            </a:r>
          </a:p>
        </p:txBody>
      </p:sp>
      <p:sp>
        <p:nvSpPr>
          <p:cNvPr id="15" name="Footer Placeholder 8">
            <a:extLst>
              <a:ext uri="{FF2B5EF4-FFF2-40B4-BE49-F238E27FC236}">
                <a16:creationId xmlns:a16="http://schemas.microsoft.com/office/drawing/2014/main" id="{A468A676-C4AD-4F50-936D-1C858E8136CE}"/>
              </a:ext>
            </a:extLst>
          </p:cNvPr>
          <p:cNvSpPr txBox="1">
            <a:spLocks/>
          </p:cNvSpPr>
          <p:nvPr userDrawn="1"/>
        </p:nvSpPr>
        <p:spPr>
          <a:xfrm>
            <a:off x="960438" y="6356350"/>
            <a:ext cx="49815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100" kern="1200" cap="all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Sample Footer Text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537098-0CB9-40F0-99EE-35DF790670B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4474" y="0"/>
            <a:ext cx="3046351" cy="34283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B54A389-080E-45CE-8275-215B7C9B589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148763" y="0"/>
            <a:ext cx="3048000" cy="3429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F5006F58-5D95-4392-9D32-BE333EA5493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02350" y="3429000"/>
            <a:ext cx="6076950" cy="3429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0A8DC1-14F6-453B-A724-D6493F063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066D53-44B3-4F04-93FD-9756A6013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1730589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81E0804-8E9E-4C6E-B18D-44FE715B2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422497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278AA1-17A5-44BF-8791-EACDA31F5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768096"/>
            <a:ext cx="10268712" cy="3136392"/>
          </a:xfrm>
        </p:spPr>
        <p:txBody>
          <a:bodyPr anchor="b">
            <a:normAutofit/>
          </a:bodyPr>
          <a:lstStyle>
            <a:lvl1pPr>
              <a:defRPr sz="7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1203A5-DA79-4778-AB85-1503657484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0120" y="4544568"/>
            <a:ext cx="10268712" cy="1545336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73844204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80910-921F-4143-AB01-0F0AFC2908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0182FC-5A0B-4C24-A6ED-990ED5BA90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5F1358-C731-465B-BCB1-2CCBFD6EC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60120" y="6356350"/>
            <a:ext cx="3236976" cy="365125"/>
          </a:xfrm>
        </p:spPr>
        <p:txBody>
          <a:bodyPr/>
          <a:lstStyle/>
          <a:p>
            <a:r>
              <a:rPr lang="en-US" dirty="0"/>
              <a:t>ea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6172F4-3DB0-4AE3-8926-081B78034C6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477512" y="6356350"/>
            <a:ext cx="3236976" cy="36512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D59536-57D3-4C8A-A207-568465A32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8280245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D984A150-581C-4608-9034-48767311A6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57345" y="0"/>
            <a:ext cx="7534655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EE19D4B2-6593-465B-9A8E-03DFC94344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55771" y="1004205"/>
            <a:ext cx="6096000" cy="3725183"/>
          </a:xfrm>
        </p:spPr>
        <p:txBody>
          <a:bodyPr>
            <a:noAutofit/>
          </a:bodyPr>
          <a:lstStyle>
            <a:lvl1pPr>
              <a:defRPr sz="6000"/>
            </a:lvl1pPr>
          </a:lstStyle>
          <a:p>
            <a:r>
              <a:rPr lang="en-US" sz="5400" dirty="0"/>
              <a:t>Click to edit master text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537098-0CB9-40F0-99EE-35DF790670B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4657345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5" name="Footer Placeholder 8">
            <a:extLst>
              <a:ext uri="{FF2B5EF4-FFF2-40B4-BE49-F238E27FC236}">
                <a16:creationId xmlns:a16="http://schemas.microsoft.com/office/drawing/2014/main" id="{A468A676-C4AD-4F50-936D-1C858E8136CE}"/>
              </a:ext>
            </a:extLst>
          </p:cNvPr>
          <p:cNvSpPr txBox="1">
            <a:spLocks/>
          </p:cNvSpPr>
          <p:nvPr userDrawn="1"/>
        </p:nvSpPr>
        <p:spPr>
          <a:xfrm>
            <a:off x="960438" y="6356350"/>
            <a:ext cx="49815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100" kern="1200" cap="all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Sample Footer Text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E309CC8E-0532-4674-9535-1514DA3C14B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355771" y="4865914"/>
            <a:ext cx="6096000" cy="532038"/>
          </a:xfrm>
        </p:spPr>
        <p:txBody>
          <a:bodyPr anchor="ctr">
            <a:normAutofit/>
          </a:bodyPr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 sz="2000" dirty="0">
                <a:solidFill>
                  <a:schemeClr val="bg1"/>
                </a:solidFill>
                <a:cs typeface="Calibri"/>
              </a:rPr>
              <a:t>Click to edit master text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0A8DC1-14F6-453B-A724-D6493F063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066D53-44B3-4F04-93FD-9756A6013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340161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C7BA0-DC57-452F-85B7-C979AA690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91DF4D9E-FD4F-4244-ACD6-44EC4C0494F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66800" y="3048000"/>
            <a:ext cx="1790700" cy="17907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4" name="Picture Placeholder 22">
            <a:extLst>
              <a:ext uri="{FF2B5EF4-FFF2-40B4-BE49-F238E27FC236}">
                <a16:creationId xmlns:a16="http://schemas.microsoft.com/office/drawing/2014/main" id="{44F5B526-8975-4F7C-B558-830FCEE0686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821762" y="3048000"/>
            <a:ext cx="1790700" cy="17907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5" name="Picture Placeholder 22">
            <a:extLst>
              <a:ext uri="{FF2B5EF4-FFF2-40B4-BE49-F238E27FC236}">
                <a16:creationId xmlns:a16="http://schemas.microsoft.com/office/drawing/2014/main" id="{ED20DBB5-D24E-40D6-AFFB-428692A51AD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576021" y="3048000"/>
            <a:ext cx="1790700" cy="17907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6" name="Picture Placeholder 22">
            <a:extLst>
              <a:ext uri="{FF2B5EF4-FFF2-40B4-BE49-F238E27FC236}">
                <a16:creationId xmlns:a16="http://schemas.microsoft.com/office/drawing/2014/main" id="{F6F7262C-3E29-4219-AF83-B7A71B97A13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334500" y="3048000"/>
            <a:ext cx="1790700" cy="17907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53861F78-BD42-4F29-8487-1641CFD0391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066800" y="5124103"/>
            <a:ext cx="1790700" cy="350292"/>
          </a:xfrm>
        </p:spPr>
        <p:txBody>
          <a:bodyPr>
            <a:normAutofit/>
          </a:bodyPr>
          <a:lstStyle>
            <a:lvl1pPr algn="ctr"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FFAB1F8B-1CEE-4068-86DE-561A12A0418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066800" y="5458421"/>
            <a:ext cx="1790700" cy="350292"/>
          </a:xfrm>
        </p:spPr>
        <p:txBody>
          <a:bodyPr>
            <a:noAutofit/>
          </a:bodyPr>
          <a:lstStyle>
            <a:lvl1pPr algn="ctr">
              <a:defRPr lang="en-US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D5AE44CD-B78E-4EE2-B0F2-E0D436C2BA1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821762" y="5124103"/>
            <a:ext cx="1790700" cy="350292"/>
          </a:xfrm>
        </p:spPr>
        <p:txBody>
          <a:bodyPr>
            <a:normAutofit/>
          </a:bodyPr>
          <a:lstStyle>
            <a:lvl1pPr algn="ctr"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1" name="Text Placeholder 27">
            <a:extLst>
              <a:ext uri="{FF2B5EF4-FFF2-40B4-BE49-F238E27FC236}">
                <a16:creationId xmlns:a16="http://schemas.microsoft.com/office/drawing/2014/main" id="{3C4FE2DB-091F-4F7A-B6B6-9A6F22AC0B5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821762" y="5458421"/>
            <a:ext cx="1790700" cy="350292"/>
          </a:xfrm>
        </p:spPr>
        <p:txBody>
          <a:bodyPr>
            <a:noAutofit/>
          </a:bodyPr>
          <a:lstStyle>
            <a:lvl1pPr algn="ctr">
              <a:defRPr lang="en-US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2" name="Text Placeholder 27">
            <a:extLst>
              <a:ext uri="{FF2B5EF4-FFF2-40B4-BE49-F238E27FC236}">
                <a16:creationId xmlns:a16="http://schemas.microsoft.com/office/drawing/2014/main" id="{3A3F9D5D-A5CF-482B-A14C-E5BFADB76F7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576021" y="5124103"/>
            <a:ext cx="1790700" cy="350292"/>
          </a:xfrm>
        </p:spPr>
        <p:txBody>
          <a:bodyPr>
            <a:normAutofit/>
          </a:bodyPr>
          <a:lstStyle>
            <a:lvl1pPr algn="ctr"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3" name="Text Placeholder 27">
            <a:extLst>
              <a:ext uri="{FF2B5EF4-FFF2-40B4-BE49-F238E27FC236}">
                <a16:creationId xmlns:a16="http://schemas.microsoft.com/office/drawing/2014/main" id="{A4F265B4-1FBB-4396-A938-862D45713AE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576021" y="5458421"/>
            <a:ext cx="1790700" cy="350292"/>
          </a:xfrm>
        </p:spPr>
        <p:txBody>
          <a:bodyPr>
            <a:noAutofit/>
          </a:bodyPr>
          <a:lstStyle>
            <a:lvl1pPr algn="ctr">
              <a:defRPr lang="en-US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4" name="Text Placeholder 27">
            <a:extLst>
              <a:ext uri="{FF2B5EF4-FFF2-40B4-BE49-F238E27FC236}">
                <a16:creationId xmlns:a16="http://schemas.microsoft.com/office/drawing/2014/main" id="{AC1BA7DC-98B0-4261-8F1E-8101FB5D480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334500" y="5124103"/>
            <a:ext cx="1790700" cy="350292"/>
          </a:xfrm>
        </p:spPr>
        <p:txBody>
          <a:bodyPr>
            <a:normAutofit/>
          </a:bodyPr>
          <a:lstStyle>
            <a:lvl1pPr algn="ctr"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5" name="Text Placeholder 27">
            <a:extLst>
              <a:ext uri="{FF2B5EF4-FFF2-40B4-BE49-F238E27FC236}">
                <a16:creationId xmlns:a16="http://schemas.microsoft.com/office/drawing/2014/main" id="{2E4EF69E-34E2-46FF-A0FA-3F136396D3EF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334500" y="5458421"/>
            <a:ext cx="1790700" cy="350292"/>
          </a:xfrm>
        </p:spPr>
        <p:txBody>
          <a:bodyPr>
            <a:noAutofit/>
          </a:bodyPr>
          <a:lstStyle>
            <a:lvl1pPr algn="ctr">
              <a:defRPr lang="en-US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E945AB7-1A32-4516-ABF9-B40958AE2E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60120" y="6356350"/>
            <a:ext cx="3417916" cy="365125"/>
          </a:xfrm>
        </p:spPr>
        <p:txBody>
          <a:bodyPr/>
          <a:lstStyle/>
          <a:p>
            <a:r>
              <a:rPr lang="en-US" dirty="0"/>
              <a:t>ea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1C53797-8D72-4774-AC93-EB9FDD650CC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477512" y="6356350"/>
            <a:ext cx="3236976" cy="36512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22923C3-1D67-4089-A6B1-9A10315E8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4685500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FB62259C-ADDF-4293-AD3B-AB2E04A74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87D32C-166A-4FBE-B24D-C257690954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0121" y="2587752"/>
            <a:ext cx="4818888" cy="892048"/>
          </a:xfrm>
        </p:spPr>
        <p:txBody>
          <a:bodyPr anchor="ctr"/>
          <a:lstStyle>
            <a:lvl1pPr marL="0" indent="0">
              <a:buNone/>
              <a:defRPr sz="2600" b="0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9EC567-F249-462A-B71A-9C40D50E26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60120" y="3594538"/>
            <a:ext cx="4818888" cy="2586806"/>
          </a:xfrm>
        </p:spPr>
        <p:txBody>
          <a:bodyPr>
            <a:normAutofit/>
          </a:bodyPr>
          <a:lstStyle>
            <a:lvl1pPr marL="342900" indent="-342900">
              <a:buFont typeface="Arial" panose="020B0604020202020204" pitchFamily="34" charset="0"/>
              <a:buChar char="•"/>
              <a:defRPr sz="2000"/>
            </a:lvl1pPr>
            <a:lvl2pPr>
              <a:defRPr sz="1800"/>
            </a:lvl2pPr>
            <a:lvl3pPr marL="560070" indent="-285750">
              <a:buFont typeface="Arial" panose="020B0604020202020204" pitchFamily="34" charset="0"/>
              <a:buChar char="•"/>
              <a:defRPr sz="1400"/>
            </a:lvl3pPr>
            <a:lvl4pPr>
              <a:defRPr sz="1400"/>
            </a:lvl4pPr>
            <a:lvl5pPr marL="880110" indent="-2857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B7D2C6-69D1-4DE4-BF68-5FB0623DB9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09944" y="2587752"/>
            <a:ext cx="4818888" cy="892048"/>
          </a:xfrm>
        </p:spPr>
        <p:txBody>
          <a:bodyPr anchor="ctr"/>
          <a:lstStyle>
            <a:lvl1pPr marL="0" indent="0">
              <a:buNone/>
              <a:defRPr sz="2600" b="0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367CC7-ED09-4F8D-A39A-C5969D33B9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09944" y="3594538"/>
            <a:ext cx="4818888" cy="2586806"/>
          </a:xfrm>
        </p:spPr>
        <p:txBody>
          <a:bodyPr>
            <a:normAutofit/>
          </a:bodyPr>
          <a:lstStyle>
            <a:lvl1pPr marL="342900" indent="-342900">
              <a:buFont typeface="Arial" panose="020B0604020202020204" pitchFamily="34" charset="0"/>
              <a:buChar char="•"/>
              <a:defRPr sz="2000"/>
            </a:lvl1pPr>
            <a:lvl2pPr>
              <a:defRPr sz="1800"/>
            </a:lvl2pPr>
            <a:lvl3pPr marL="560070" indent="-285750">
              <a:buFont typeface="Arial" panose="020B0604020202020204" pitchFamily="34" charset="0"/>
              <a:buChar char="•"/>
              <a:defRPr sz="1400"/>
            </a:lvl3pPr>
            <a:lvl4pPr>
              <a:defRPr sz="1400"/>
            </a:lvl4pPr>
            <a:lvl5pPr marL="880110" indent="-2857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3ACC79DA-A9E4-4E93-93F1-81907A901B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60120" y="6356350"/>
            <a:ext cx="3593407" cy="365125"/>
          </a:xfrm>
        </p:spPr>
        <p:txBody>
          <a:bodyPr/>
          <a:lstStyle/>
          <a:p>
            <a:r>
              <a:rPr lang="en-US" dirty="0"/>
              <a:t>ea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5F92A44F-DE98-4FB5-B474-5DCCDD267A7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477512" y="6356350"/>
            <a:ext cx="3236976" cy="36512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04DFE57-AA80-4ED8-AD77-35CC56F3F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3021079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FB62259C-ADDF-4293-AD3B-AB2E04A74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87D32C-166A-4FBE-B24D-C257690954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0121" y="2587752"/>
            <a:ext cx="3236976" cy="892048"/>
          </a:xfrm>
        </p:spPr>
        <p:txBody>
          <a:bodyPr anchor="ctr"/>
          <a:lstStyle>
            <a:lvl1pPr marL="0" indent="0">
              <a:buNone/>
              <a:defRPr sz="2600" b="0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9EC567-F249-462A-B71A-9C40D50E26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60120" y="3594538"/>
            <a:ext cx="3236976" cy="2586806"/>
          </a:xfrm>
        </p:spPr>
        <p:txBody>
          <a:bodyPr>
            <a:normAutofit/>
          </a:bodyPr>
          <a:lstStyle>
            <a:lvl1pPr marL="342900" indent="-342900">
              <a:buFont typeface="Arial" panose="020B0604020202020204" pitchFamily="34" charset="0"/>
              <a:buChar char="•"/>
              <a:defRPr sz="1700"/>
            </a:lvl1pPr>
            <a:lvl2pPr>
              <a:defRPr sz="1800"/>
            </a:lvl2pPr>
            <a:lvl3pPr marL="560070" indent="-285750">
              <a:buFont typeface="Arial" panose="020B0604020202020204" pitchFamily="34" charset="0"/>
              <a:buChar char="•"/>
              <a:defRPr sz="1400"/>
            </a:lvl3pPr>
            <a:lvl4pPr>
              <a:defRPr sz="1400"/>
            </a:lvl4pPr>
            <a:lvl5pPr marL="880110" indent="-2857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B7D2C6-69D1-4DE4-BF68-5FB0623DB9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477512" y="2587752"/>
            <a:ext cx="3236976" cy="892048"/>
          </a:xfrm>
        </p:spPr>
        <p:txBody>
          <a:bodyPr anchor="ctr"/>
          <a:lstStyle>
            <a:lvl1pPr marL="0" indent="0">
              <a:buNone/>
              <a:defRPr sz="2600" b="0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367CC7-ED09-4F8D-A39A-C5969D33B9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77512" y="3594538"/>
            <a:ext cx="3236976" cy="2586806"/>
          </a:xfrm>
        </p:spPr>
        <p:txBody>
          <a:bodyPr>
            <a:normAutofit/>
          </a:bodyPr>
          <a:lstStyle>
            <a:lvl1pPr marL="342900" indent="-342900">
              <a:buFont typeface="Arial" panose="020B0604020202020204" pitchFamily="34" charset="0"/>
              <a:buChar char="•"/>
              <a:defRPr sz="1700"/>
            </a:lvl1pPr>
            <a:lvl2pPr>
              <a:defRPr sz="1800"/>
            </a:lvl2pPr>
            <a:lvl3pPr marL="560070" indent="-285750">
              <a:buFont typeface="Arial" panose="020B0604020202020204" pitchFamily="34" charset="0"/>
              <a:buChar char="•"/>
              <a:defRPr sz="1400"/>
            </a:lvl3pPr>
            <a:lvl4pPr>
              <a:defRPr sz="1400"/>
            </a:lvl4pPr>
            <a:lvl5pPr marL="880110" indent="-2857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9054C03E-8FD4-4345-A971-0A2CCF5C4AA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994903" y="2587752"/>
            <a:ext cx="3236976" cy="892048"/>
          </a:xfrm>
        </p:spPr>
        <p:txBody>
          <a:bodyPr anchor="ctr"/>
          <a:lstStyle>
            <a:lvl1pPr marL="0" indent="0">
              <a:buNone/>
              <a:defRPr sz="2600" b="0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5" name="Content Placeholder 5">
            <a:extLst>
              <a:ext uri="{FF2B5EF4-FFF2-40B4-BE49-F238E27FC236}">
                <a16:creationId xmlns:a16="http://schemas.microsoft.com/office/drawing/2014/main" id="{56D09A0C-509F-447E-AFB1-5531727D7DF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994903" y="3594538"/>
            <a:ext cx="3236976" cy="2586806"/>
          </a:xfrm>
        </p:spPr>
        <p:txBody>
          <a:bodyPr>
            <a:normAutofit/>
          </a:bodyPr>
          <a:lstStyle>
            <a:lvl1pPr marL="342900" indent="-342900">
              <a:buFont typeface="Arial" panose="020B0604020202020204" pitchFamily="34" charset="0"/>
              <a:buChar char="•"/>
              <a:defRPr sz="1700"/>
            </a:lvl1pPr>
            <a:lvl2pPr>
              <a:defRPr sz="1800"/>
            </a:lvl2pPr>
            <a:lvl3pPr marL="560070" indent="-285750">
              <a:buFont typeface="Arial" panose="020B0604020202020204" pitchFamily="34" charset="0"/>
              <a:buChar char="•"/>
              <a:defRPr sz="1400"/>
            </a:lvl3pPr>
            <a:lvl4pPr>
              <a:defRPr sz="1400"/>
            </a:lvl4pPr>
            <a:lvl5pPr marL="880110" indent="-2857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3ACC79DA-A9E4-4E93-93F1-81907A901B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60120" y="6356350"/>
            <a:ext cx="3417916" cy="365125"/>
          </a:xfrm>
        </p:spPr>
        <p:txBody>
          <a:bodyPr/>
          <a:lstStyle/>
          <a:p>
            <a:r>
              <a:rPr lang="en-US" dirty="0"/>
              <a:t>ea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5F92A44F-DE98-4FB5-B474-5DCCDD267A7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477512" y="6356350"/>
            <a:ext cx="3236976" cy="36512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04DFE57-AA80-4ED8-AD77-35CC56F3F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0459973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D984A150-581C-4608-9034-48767311A6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6094474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DF7571-A130-4054-9513-4BDAC9AE5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830" y="635000"/>
            <a:ext cx="5171770" cy="2039374"/>
          </a:xfrm>
        </p:spPr>
        <p:txBody>
          <a:bodyPr anchor="b">
            <a:noAutofit/>
          </a:bodyPr>
          <a:lstStyle>
            <a:lvl1pPr>
              <a:lnSpc>
                <a:spcPct val="101000"/>
              </a:lnSpc>
              <a:spcBef>
                <a:spcPts val="700"/>
              </a:spcBef>
              <a:spcAft>
                <a:spcPts val="700"/>
              </a:spcAft>
              <a:defRPr sz="6600" baseline="0"/>
            </a:lvl1pPr>
          </a:lstStyle>
          <a:p>
            <a:r>
              <a:rPr lang="en-US" dirty="0"/>
              <a:t>Click to edit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CA27FA5-F6EE-4784-AC43-76381FC2CD9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61998" y="2911475"/>
            <a:ext cx="4500563" cy="3311525"/>
          </a:xfrm>
        </p:spPr>
        <p:txBody>
          <a:bodyPr>
            <a:normAutofit/>
          </a:bodyPr>
          <a:lstStyle>
            <a:lvl1pPr>
              <a:defRPr lang="en-US" sz="2200" kern="1200" spc="50" baseline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E63FF0-1A91-4698-B12A-112D05373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ea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7094F8F4-63E4-4A00-8F98-09219DA987A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742113" y="639763"/>
            <a:ext cx="2198687" cy="254635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B34D9F00-72E9-433A-9427-8DA07653B25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337675" y="638175"/>
            <a:ext cx="2198688" cy="254635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1AD0C148-B6DB-4D32-B139-403A6AEC3DD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742113" y="3668713"/>
            <a:ext cx="2198687" cy="2554287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D9D424B8-9E08-469D-88C8-019306CA382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337675" y="3668713"/>
            <a:ext cx="2198688" cy="254635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0A8DC1-14F6-453B-A724-D6493F063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066D53-44B3-4F04-93FD-9756A6013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4925701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9D15A25-1111-478B-8F77-D992652C7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90108" y="1225106"/>
            <a:ext cx="8201891" cy="395180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66A3D1-C594-4520-A142-F0D3F59C5F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5193" y="3036762"/>
            <a:ext cx="7136064" cy="1700784"/>
          </a:xfrm>
        </p:spPr>
        <p:txBody>
          <a:bodyPr/>
          <a:lstStyle>
            <a:lvl1pPr>
              <a:lnSpc>
                <a:spcPct val="101000"/>
              </a:lnSpc>
              <a:spcBef>
                <a:spcPts val="700"/>
              </a:spcBef>
              <a:spcAft>
                <a:spcPts val="700"/>
              </a:spcAft>
              <a:defRPr baseline="0"/>
            </a:lvl1pPr>
          </a:lstStyle>
          <a:p>
            <a:r>
              <a:rPr lang="en-US" dirty="0"/>
              <a:t>Click to edit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42FBE291-E88A-44C5-884C-183EE7F67EE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-12804" y="1225484"/>
            <a:ext cx="4059934" cy="3951807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1FF791A-8D73-49AD-8569-7F4FE14648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47779" y="5355583"/>
            <a:ext cx="2270162" cy="577153"/>
          </a:xfrm>
        </p:spPr>
        <p:txBody>
          <a:bodyPr>
            <a:normAutofit/>
          </a:bodyPr>
          <a:lstStyle>
            <a:lvl1pPr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 dirty="0">
                <a:cs typeface="Calibri"/>
              </a:rPr>
              <a:t>Click to edit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C16F6145-A1AE-4CDA-AE26-E8FDEFAAB395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6984437" y="5355583"/>
            <a:ext cx="2270162" cy="577153"/>
          </a:xfrm>
        </p:spPr>
        <p:txBody>
          <a:bodyPr>
            <a:normAutofit/>
          </a:bodyPr>
          <a:lstStyle>
            <a:lvl1pPr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 dirty="0">
                <a:cs typeface="Calibri"/>
              </a:rPr>
              <a:t>Click to edit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3FDD02FA-6843-4E54-ACDC-AFEAFB4EFAA9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9421095" y="5355583"/>
            <a:ext cx="2270162" cy="577153"/>
          </a:xfrm>
        </p:spPr>
        <p:txBody>
          <a:bodyPr>
            <a:normAutofit/>
          </a:bodyPr>
          <a:lstStyle>
            <a:lvl1pPr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 dirty="0">
                <a:cs typeface="Calibri"/>
              </a:rPr>
              <a:t>Click to edit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B99AED-D702-41BF-B21E-9BFB063082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60120" y="6356350"/>
            <a:ext cx="3405051" cy="365125"/>
          </a:xfrm>
        </p:spPr>
        <p:txBody>
          <a:bodyPr/>
          <a:lstStyle/>
          <a:p>
            <a:r>
              <a:rPr lang="en-US" dirty="0"/>
              <a:t>ea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74C4BB-67B0-4BF7-A7D4-4222652EDB8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477512" y="6356350"/>
            <a:ext cx="3236976" cy="36512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52C385-1FC3-453C-952E-8DDB1B052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8245417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D153959-30FA-4987-A094-7243641F474B}"/>
              </a:ext>
            </a:extLst>
          </p:cNvPr>
          <p:cNvSpPr/>
          <p:nvPr/>
        </p:nvSpPr>
        <p:spPr>
          <a:xfrm>
            <a:off x="0" y="0"/>
            <a:ext cx="12192000" cy="22649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216229-A6DB-436A-B327-667E80F0A5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317814"/>
            <a:ext cx="10268712" cy="17007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2B351D-270D-480D-8AF5-6A213ED2B3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0120" y="2587752"/>
            <a:ext cx="10268712" cy="35935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EB0E73-3310-4A8F-BB4A-7A6A99121A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903720" y="6356350"/>
            <a:ext cx="323697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just">
              <a:defRPr sz="1200" spc="5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81C4C0-515B-4404-A780-C31E7DFE54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60120" y="6356350"/>
            <a:ext cx="55046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cap="all" spc="5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ea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4C30C7-F013-428C-A6F7-A8CCCD14CE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96144" y="6356350"/>
            <a:ext cx="9326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91793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73" r:id="rId4"/>
    <p:sldLayoutId id="2147483672" r:id="rId5"/>
    <p:sldLayoutId id="2147483686" r:id="rId6"/>
    <p:sldLayoutId id="2147483687" r:id="rId7"/>
    <p:sldLayoutId id="2147483675" r:id="rId8"/>
    <p:sldLayoutId id="2147483688" r:id="rId9"/>
    <p:sldLayoutId id="2147483682" r:id="rId10"/>
    <p:sldLayoutId id="214748368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600" kern="1200" cap="all" spc="120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1000"/>
        </a:lnSpc>
        <a:spcBef>
          <a:spcPts val="700"/>
        </a:spcBef>
        <a:spcAft>
          <a:spcPts val="700"/>
        </a:spcAft>
        <a:buFont typeface="Arial" panose="020B0604020202020204" pitchFamily="34" charset="0"/>
        <a:buNone/>
        <a:defRPr sz="2600" kern="1200" spc="50" baseline="0">
          <a:solidFill>
            <a:schemeClr val="tx1"/>
          </a:solidFill>
          <a:latin typeface="+mn-lt"/>
          <a:ea typeface="+mn-ea"/>
          <a:cs typeface="+mn-cs"/>
        </a:defRPr>
      </a:lvl1pPr>
      <a:lvl2pPr marL="274320" indent="-274320" algn="l" defTabSz="914400" rtl="0" eaLnBrk="1" latinLnBrk="0" hangingPunct="1">
        <a:lnSpc>
          <a:spcPct val="101000"/>
        </a:lnSpc>
        <a:spcBef>
          <a:spcPts val="400"/>
        </a:spcBef>
        <a:spcAft>
          <a:spcPts val="400"/>
        </a:spcAft>
        <a:buClrTx/>
        <a:buFont typeface="Wingdings" panose="05000000000000000000" pitchFamily="2" charset="2"/>
        <a:buChar char="§"/>
        <a:defRPr sz="2300" kern="1200" spc="50" baseline="0">
          <a:solidFill>
            <a:schemeClr val="tx1"/>
          </a:solidFill>
          <a:latin typeface="+mn-lt"/>
          <a:ea typeface="+mn-ea"/>
          <a:cs typeface="+mn-cs"/>
        </a:defRPr>
      </a:lvl2pPr>
      <a:lvl3pPr marL="274320" indent="0" algn="l" defTabSz="914400" rtl="0" eaLnBrk="1" latinLnBrk="0" hangingPunct="1">
        <a:lnSpc>
          <a:spcPct val="101000"/>
        </a:lnSpc>
        <a:spcBef>
          <a:spcPts val="400"/>
        </a:spcBef>
        <a:spcAft>
          <a:spcPts val="400"/>
        </a:spcAft>
        <a:buFont typeface="Arial" panose="020B0604020202020204" pitchFamily="34" charset="0"/>
        <a:buNone/>
        <a:defRPr sz="1800" b="1" kern="1200" spc="50" baseline="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274320" algn="l" defTabSz="914400" rtl="0" eaLnBrk="1" latinLnBrk="0" hangingPunct="1">
        <a:lnSpc>
          <a:spcPct val="101000"/>
        </a:lnSpc>
        <a:spcBef>
          <a:spcPts val="400"/>
        </a:spcBef>
        <a:spcAft>
          <a:spcPts val="400"/>
        </a:spcAft>
        <a:buClrTx/>
        <a:buFont typeface="Wingdings" panose="05000000000000000000" pitchFamily="2" charset="2"/>
        <a:buChar char="§"/>
        <a:defRPr sz="1800" kern="1200" spc="50" baseline="0">
          <a:solidFill>
            <a:schemeClr val="tx1"/>
          </a:solidFill>
          <a:latin typeface="+mn-lt"/>
          <a:ea typeface="+mn-ea"/>
          <a:cs typeface="+mn-cs"/>
        </a:defRPr>
      </a:lvl4pPr>
      <a:lvl5pPr marL="594360" indent="0" algn="l" defTabSz="914400" rtl="0" eaLnBrk="1" latinLnBrk="0" hangingPunct="1">
        <a:lnSpc>
          <a:spcPct val="101000"/>
        </a:lnSpc>
        <a:spcBef>
          <a:spcPts val="400"/>
        </a:spcBef>
        <a:spcAft>
          <a:spcPts val="400"/>
        </a:spcAft>
        <a:buFont typeface="Arial" panose="020B0604020202020204" pitchFamily="34" charset="0"/>
        <a:buNone/>
        <a:defRPr sz="1800" b="1" kern="1200" spc="5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547EBF"/>
          </p15:clr>
        </p15:guide>
        <p15:guide id="4" orient="horz" pos="240" userDrawn="1">
          <p15:clr>
            <a:srgbClr val="547EBF"/>
          </p15:clr>
        </p15:guide>
        <p15:guide id="5" pos="7440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7" pos="3960" userDrawn="1">
          <p15:clr>
            <a:srgbClr val="547EBF"/>
          </p15:clr>
        </p15:guide>
        <p15:guide id="8" pos="3720" userDrawn="1">
          <p15:clr>
            <a:srgbClr val="547EBF"/>
          </p15:clr>
        </p15:guide>
        <p15:guide id="9" pos="2112" userDrawn="1">
          <p15:clr>
            <a:srgbClr val="547EBF"/>
          </p15:clr>
        </p15:guide>
        <p15:guide id="10" pos="1848" userDrawn="1">
          <p15:clr>
            <a:srgbClr val="547EBF"/>
          </p15:clr>
        </p15:guide>
        <p15:guide id="11" pos="5568" userDrawn="1">
          <p15:clr>
            <a:srgbClr val="547EBF"/>
          </p15:clr>
        </p15:guide>
        <p15:guide id="12" pos="5832" userDrawn="1">
          <p15:clr>
            <a:srgbClr val="547EBF"/>
          </p15:clr>
        </p15:guide>
        <p15:guide id="13" pos="4968" userDrawn="1">
          <p15:clr>
            <a:srgbClr val="9FCC3B"/>
          </p15:clr>
        </p15:guide>
        <p15:guide id="14" pos="5208" userDrawn="1">
          <p15:clr>
            <a:srgbClr val="9FCC3B"/>
          </p15:clr>
        </p15:guide>
        <p15:guide id="15" pos="2712" userDrawn="1">
          <p15:clr>
            <a:srgbClr val="9FCC3B"/>
          </p15:clr>
        </p15:guide>
        <p15:guide id="16" pos="2472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foto.wuestenigel.com/close-up-of-a-test-tube-with-a-solution-in-hand-top-view/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Synthetic_substance" TargetMode="External"/><Relationship Id="rId7" Type="http://schemas.openxmlformats.org/officeDocument/2006/relationships/hyperlink" Target="https://cerclex.com/blog/impact-non-biodegradable-waste-environment/#Mitigating_the_Impact_of_Non-Biodegradable_Waste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internationalscholarsjournals.com/articles/the-effects-of-nonbiodegradable-plastics-on-the-environment.pdf" TargetMode="External"/><Relationship Id="rId5" Type="http://schemas.openxmlformats.org/officeDocument/2006/relationships/hyperlink" Target="https://en.wikipedia.org/wiki/Polyester" TargetMode="External"/><Relationship Id="rId4" Type="http://schemas.openxmlformats.org/officeDocument/2006/relationships/hyperlink" Target="https://www.britannica.com/science/nylon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E8C4EFE6-2069-473C-9C7D-664E02AC6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8" y="627016"/>
            <a:ext cx="6389027" cy="5601790"/>
          </a:xfrm>
        </p:spPr>
        <p:txBody>
          <a:bodyPr/>
          <a:lstStyle/>
          <a:p>
            <a:r>
              <a:rPr lang="hr-HR" sz="5400" dirty="0"/>
              <a:t>Sintetske Nerazgradive tvari, Njihov utjecaj na okoliš</a:t>
            </a:r>
            <a:endParaRPr lang="en-US" sz="5400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A309D09-2937-4053-9CD6-3131EABB071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029797" y="627016"/>
            <a:ext cx="3199034" cy="5590903"/>
          </a:xfrm>
        </p:spPr>
        <p:txBody>
          <a:bodyPr/>
          <a:lstStyle/>
          <a:p>
            <a:r>
              <a:rPr lang="en-US"/>
              <a:t>Arsen </a:t>
            </a:r>
            <a:r>
              <a:rPr lang="en-US" err="1"/>
              <a:t>Pshevlotskyi</a:t>
            </a:r>
            <a:r>
              <a:rPr lang="en-US"/>
              <a:t>, 1.B</a:t>
            </a:r>
          </a:p>
        </p:txBody>
      </p:sp>
    </p:spTree>
    <p:extLst>
      <p:ext uri="{BB962C8B-B14F-4D97-AF65-F5344CB8AC3E}">
        <p14:creationId xmlns:p14="http://schemas.microsoft.com/office/powerpoint/2010/main" val="22593088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group of test tubes with different colored liquids in them&#10;&#10;Description automatically generated">
            <a:extLst>
              <a:ext uri="{FF2B5EF4-FFF2-40B4-BE49-F238E27FC236}">
                <a16:creationId xmlns:a16="http://schemas.microsoft.com/office/drawing/2014/main" id="{AD747799-B475-ED74-546F-5CD7CA10CE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5836994" y="802707"/>
            <a:ext cx="6355774" cy="4843411"/>
          </a:xfrm>
          <a:prstGeom prst="rect">
            <a:avLst/>
          </a:prstGeom>
          <a:ln>
            <a:solidFill>
              <a:srgbClr val="4472C4"/>
            </a:solidFill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6716D8A-2E12-4C9A-8001-077CF28305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932" y="317499"/>
            <a:ext cx="5407420" cy="2095501"/>
          </a:xfrm>
        </p:spPr>
        <p:txBody>
          <a:bodyPr>
            <a:normAutofit/>
          </a:bodyPr>
          <a:lstStyle/>
          <a:p>
            <a:r>
              <a:rPr lang="en-US" sz="4000" err="1"/>
              <a:t>Što</a:t>
            </a:r>
            <a:r>
              <a:rPr lang="en-US" sz="4000" dirty="0"/>
              <a:t> je </a:t>
            </a:r>
            <a:r>
              <a:rPr lang="en-US" sz="4000" err="1"/>
              <a:t>Sintetska</a:t>
            </a:r>
            <a:r>
              <a:rPr lang="en-US" sz="4000" dirty="0"/>
              <a:t> </a:t>
            </a:r>
            <a:r>
              <a:rPr lang="en-US" sz="4000" err="1"/>
              <a:t>tvar</a:t>
            </a:r>
            <a:r>
              <a:rPr lang="en-US" sz="4000" dirty="0"/>
              <a:t>?</a:t>
            </a:r>
          </a:p>
        </p:txBody>
      </p:sp>
      <p:sp>
        <p:nvSpPr>
          <p:cNvPr id="42" name="Content Placeholder 41">
            <a:extLst>
              <a:ext uri="{FF2B5EF4-FFF2-40B4-BE49-F238E27FC236}">
                <a16:creationId xmlns:a16="http://schemas.microsoft.com/office/drawing/2014/main" id="{69D5268B-B9FF-4EF5-90FE-EC2BBE0681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0438" y="2587625"/>
            <a:ext cx="4500737" cy="35941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 err="1"/>
              <a:t>Sintetična</a:t>
            </a:r>
            <a:r>
              <a:rPr lang="en-US" dirty="0"/>
              <a:t> </a:t>
            </a:r>
            <a:r>
              <a:rPr lang="en-US" dirty="0" err="1"/>
              <a:t>tvar</a:t>
            </a:r>
            <a:r>
              <a:rPr lang="en-US" dirty="0"/>
              <a:t> je </a:t>
            </a:r>
            <a:r>
              <a:rPr lang="en-US" dirty="0" err="1"/>
              <a:t>tvar</a:t>
            </a:r>
            <a:r>
              <a:rPr lang="en-US" dirty="0"/>
              <a:t> </a:t>
            </a:r>
            <a:r>
              <a:rPr lang="en-US" dirty="0" err="1"/>
              <a:t>koju</a:t>
            </a:r>
            <a:r>
              <a:rPr lang="en-US" dirty="0"/>
              <a:t> je </a:t>
            </a:r>
            <a:r>
              <a:rPr lang="en-US" dirty="0" err="1"/>
              <a:t>čovjek</a:t>
            </a:r>
            <a:r>
              <a:rPr lang="en-US" dirty="0"/>
              <a:t> </a:t>
            </a:r>
            <a:r>
              <a:rPr lang="en-US" dirty="0" err="1"/>
              <a:t>napravio</a:t>
            </a:r>
            <a:r>
              <a:rPr lang="en-US" dirty="0"/>
              <a:t> </a:t>
            </a:r>
            <a:r>
              <a:rPr lang="en-US" dirty="0" err="1"/>
              <a:t>sintezom</a:t>
            </a:r>
            <a:r>
              <a:rPr lang="en-US" dirty="0"/>
              <a:t>. </a:t>
            </a:r>
            <a:r>
              <a:rPr lang="hr" dirty="0">
                <a:latin typeface="Franklin Gothic Medium"/>
              </a:rPr>
              <a:t>Također se odnosi na tvar ili spoj nastao pod ljudskom kontrolom iz neke </a:t>
            </a:r>
            <a:r>
              <a:rPr lang="hr" dirty="0" err="1">
                <a:latin typeface="Franklin Gothic Medium"/>
              </a:rPr>
              <a:t>kemjiske</a:t>
            </a:r>
            <a:r>
              <a:rPr lang="hr" dirty="0">
                <a:latin typeface="Franklin Gothic Medium"/>
              </a:rPr>
              <a:t> reakcije.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04D0F6-E253-6938-C938-3B6C62F2A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2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3A9D871-A8F7-19A2-C7D5-A6DEDDDFE5F3}"/>
              </a:ext>
            </a:extLst>
          </p:cNvPr>
          <p:cNvSpPr/>
          <p:nvPr/>
        </p:nvSpPr>
        <p:spPr>
          <a:xfrm>
            <a:off x="955523" y="6434666"/>
            <a:ext cx="1890531" cy="24113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6173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00BF8-88BE-EBA5-01C9-AA00B13F03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Koje</a:t>
            </a:r>
            <a:r>
              <a:rPr lang="en-US" dirty="0"/>
              <a:t> </a:t>
            </a:r>
            <a:r>
              <a:rPr lang="en-US" dirty="0" err="1"/>
              <a:t>sintetske</a:t>
            </a:r>
            <a:r>
              <a:rPr lang="en-US" dirty="0"/>
              <a:t> </a:t>
            </a:r>
            <a:r>
              <a:rPr lang="en-US" dirty="0" err="1"/>
              <a:t>tvari</a:t>
            </a:r>
            <a:r>
              <a:rPr lang="en-US" dirty="0"/>
              <a:t> </a:t>
            </a:r>
            <a:r>
              <a:rPr lang="en-US" dirty="0" err="1"/>
              <a:t>postoje</a:t>
            </a:r>
            <a:r>
              <a:rPr lang="en-US" dirty="0"/>
              <a:t>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C505CC-23D2-1373-F78A-82F602A7DE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Najlon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F40D6D-2582-A1A6-C002-564483C95B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60120" y="3594538"/>
            <a:ext cx="4818888" cy="2948166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1900" err="1">
                <a:ea typeface="+mn-lt"/>
                <a:cs typeface="+mn-lt"/>
              </a:rPr>
              <a:t>Najlon</a:t>
            </a:r>
            <a:r>
              <a:rPr lang="en-US" sz="1900" dirty="0">
                <a:ea typeface="+mn-lt"/>
                <a:cs typeface="+mn-lt"/>
              </a:rPr>
              <a:t> je bio </a:t>
            </a:r>
            <a:r>
              <a:rPr lang="en-US" sz="1900" err="1">
                <a:ea typeface="+mn-lt"/>
                <a:cs typeface="+mn-lt"/>
              </a:rPr>
              <a:t>izrađen</a:t>
            </a:r>
            <a:r>
              <a:rPr lang="en-US" sz="1900" dirty="0">
                <a:ea typeface="+mn-lt"/>
                <a:cs typeface="+mn-lt"/>
              </a:rPr>
              <a:t> u 1930-ih </a:t>
            </a:r>
            <a:r>
              <a:rPr lang="en-US" sz="1900" err="1">
                <a:ea typeface="+mn-lt"/>
                <a:cs typeface="+mn-lt"/>
              </a:rPr>
              <a:t>istraživačkim</a:t>
            </a:r>
            <a:r>
              <a:rPr lang="en-US" sz="1900" dirty="0">
                <a:ea typeface="+mn-lt"/>
                <a:cs typeface="+mn-lt"/>
              </a:rPr>
              <a:t> </a:t>
            </a:r>
            <a:r>
              <a:rPr lang="en-US" sz="1900" err="1">
                <a:ea typeface="+mn-lt"/>
                <a:cs typeface="+mn-lt"/>
              </a:rPr>
              <a:t>timom</a:t>
            </a:r>
            <a:r>
              <a:rPr lang="en-US" sz="1900" dirty="0">
                <a:ea typeface="+mn-lt"/>
                <a:cs typeface="+mn-lt"/>
              </a:rPr>
              <a:t> </a:t>
            </a:r>
            <a:r>
              <a:rPr lang="en-US" sz="1900" err="1">
                <a:ea typeface="+mn-lt"/>
                <a:cs typeface="+mn-lt"/>
              </a:rPr>
              <a:t>na</a:t>
            </a:r>
            <a:r>
              <a:rPr lang="en-US" sz="1900" dirty="0">
                <a:ea typeface="+mn-lt"/>
                <a:cs typeface="+mn-lt"/>
              </a:rPr>
              <a:t> </a:t>
            </a:r>
            <a:r>
              <a:rPr lang="en-US" sz="1900" err="1">
                <a:ea typeface="+mn-lt"/>
                <a:cs typeface="+mn-lt"/>
              </a:rPr>
              <a:t>čelu</a:t>
            </a:r>
            <a:r>
              <a:rPr lang="en-US" sz="1900" dirty="0">
                <a:ea typeface="+mn-lt"/>
                <a:cs typeface="+mn-lt"/>
              </a:rPr>
              <a:t> s </a:t>
            </a:r>
            <a:r>
              <a:rPr lang="en-US" sz="1900" err="1">
                <a:ea typeface="+mn-lt"/>
                <a:cs typeface="+mn-lt"/>
              </a:rPr>
              <a:t>američkim</a:t>
            </a:r>
            <a:r>
              <a:rPr lang="en-US" sz="1900" dirty="0">
                <a:ea typeface="+mn-lt"/>
                <a:cs typeface="+mn-lt"/>
              </a:rPr>
              <a:t> </a:t>
            </a:r>
            <a:r>
              <a:rPr lang="en-US" sz="1900" err="1">
                <a:ea typeface="+mn-lt"/>
                <a:cs typeface="+mn-lt"/>
              </a:rPr>
              <a:t>kemičarom</a:t>
            </a:r>
            <a:r>
              <a:rPr lang="en-US" sz="1900" dirty="0">
                <a:ea typeface="+mn-lt"/>
                <a:cs typeface="+mn-lt"/>
              </a:rPr>
              <a:t> </a:t>
            </a:r>
            <a:r>
              <a:rPr lang="en-US" sz="1900" err="1">
                <a:ea typeface="+mn-lt"/>
                <a:cs typeface="+mn-lt"/>
              </a:rPr>
              <a:t>Wallaceom</a:t>
            </a:r>
            <a:r>
              <a:rPr lang="en-US" sz="1900" dirty="0">
                <a:ea typeface="+mn-lt"/>
                <a:cs typeface="+mn-lt"/>
              </a:rPr>
              <a:t> H. </a:t>
            </a:r>
            <a:r>
              <a:rPr lang="en-US" sz="1900" err="1">
                <a:ea typeface="+mn-lt"/>
                <a:cs typeface="+mn-lt"/>
              </a:rPr>
              <a:t>Carothersom</a:t>
            </a:r>
            <a:r>
              <a:rPr lang="en-US" sz="1900" dirty="0">
                <a:ea typeface="+mn-lt"/>
                <a:cs typeface="+mn-lt"/>
              </a:rPr>
              <a:t> koji je radio za E.I. </a:t>
            </a:r>
            <a:r>
              <a:rPr lang="en-US" sz="1900" err="1">
                <a:ea typeface="+mn-lt"/>
                <a:cs typeface="+mn-lt"/>
              </a:rPr>
              <a:t>duPont</a:t>
            </a:r>
            <a:r>
              <a:rPr lang="en-US" sz="1900" dirty="0">
                <a:ea typeface="+mn-lt"/>
                <a:cs typeface="+mn-lt"/>
              </a:rPr>
              <a:t> de Nemours &amp; Company. </a:t>
            </a:r>
            <a:r>
              <a:rPr lang="en-US" sz="1900" err="1">
                <a:ea typeface="+mn-lt"/>
                <a:cs typeface="+mn-lt"/>
              </a:rPr>
              <a:t>Najlon</a:t>
            </a:r>
            <a:r>
              <a:rPr lang="en-US" sz="1900" dirty="0">
                <a:ea typeface="+mn-lt"/>
                <a:cs typeface="+mn-lt"/>
              </a:rPr>
              <a:t> se </a:t>
            </a:r>
            <a:r>
              <a:rPr lang="en-US" sz="1900" err="1">
                <a:ea typeface="+mn-lt"/>
                <a:cs typeface="+mn-lt"/>
              </a:rPr>
              <a:t>može</a:t>
            </a:r>
            <a:r>
              <a:rPr lang="en-US" sz="1900" dirty="0">
                <a:ea typeface="+mn-lt"/>
                <a:cs typeface="+mn-lt"/>
              </a:rPr>
              <a:t> </a:t>
            </a:r>
            <a:r>
              <a:rPr lang="en-US" sz="1900" err="1">
                <a:ea typeface="+mn-lt"/>
                <a:cs typeface="+mn-lt"/>
              </a:rPr>
              <a:t>izvlačiti</a:t>
            </a:r>
            <a:r>
              <a:rPr lang="en-US" sz="1900" dirty="0">
                <a:ea typeface="+mn-lt"/>
                <a:cs typeface="+mn-lt"/>
              </a:rPr>
              <a:t>, </a:t>
            </a:r>
            <a:r>
              <a:rPr lang="en-US" sz="1900" err="1">
                <a:ea typeface="+mn-lt"/>
                <a:cs typeface="+mn-lt"/>
              </a:rPr>
              <a:t>lijevati</a:t>
            </a:r>
            <a:r>
              <a:rPr lang="en-US" sz="1900" dirty="0">
                <a:ea typeface="+mn-lt"/>
                <a:cs typeface="+mn-lt"/>
              </a:rPr>
              <a:t> </a:t>
            </a:r>
            <a:r>
              <a:rPr lang="en-US" sz="1900" err="1">
                <a:ea typeface="+mn-lt"/>
                <a:cs typeface="+mn-lt"/>
              </a:rPr>
              <a:t>ili</a:t>
            </a:r>
            <a:r>
              <a:rPr lang="en-US" sz="1900" dirty="0">
                <a:ea typeface="+mn-lt"/>
                <a:cs typeface="+mn-lt"/>
              </a:rPr>
              <a:t> </a:t>
            </a:r>
            <a:r>
              <a:rPr lang="en-US" sz="1900" err="1">
                <a:ea typeface="+mn-lt"/>
                <a:cs typeface="+mn-lt"/>
              </a:rPr>
              <a:t>istiskivati</a:t>
            </a:r>
            <a:r>
              <a:rPr lang="en-US" sz="1900" dirty="0">
                <a:ea typeface="+mn-lt"/>
                <a:cs typeface="+mn-lt"/>
              </a:rPr>
              <a:t> </a:t>
            </a:r>
            <a:r>
              <a:rPr lang="en-US" sz="1900" err="1">
                <a:ea typeface="+mn-lt"/>
                <a:cs typeface="+mn-lt"/>
              </a:rPr>
              <a:t>kroz</a:t>
            </a:r>
            <a:r>
              <a:rPr lang="en-US" sz="1900" dirty="0">
                <a:ea typeface="+mn-lt"/>
                <a:cs typeface="+mn-lt"/>
              </a:rPr>
              <a:t> </a:t>
            </a:r>
            <a:r>
              <a:rPr lang="en-US" sz="1900" err="1">
                <a:ea typeface="+mn-lt"/>
                <a:cs typeface="+mn-lt"/>
              </a:rPr>
              <a:t>predionice</a:t>
            </a:r>
            <a:r>
              <a:rPr lang="en-US" sz="1900" dirty="0">
                <a:ea typeface="+mn-lt"/>
                <a:cs typeface="+mn-lt"/>
              </a:rPr>
              <a:t> </a:t>
            </a:r>
            <a:r>
              <a:rPr lang="en-US" sz="1900" err="1">
                <a:ea typeface="+mn-lt"/>
                <a:cs typeface="+mn-lt"/>
              </a:rPr>
              <a:t>iz</a:t>
            </a:r>
            <a:r>
              <a:rPr lang="en-US" sz="1900" dirty="0">
                <a:ea typeface="+mn-lt"/>
                <a:cs typeface="+mn-lt"/>
              </a:rPr>
              <a:t> </a:t>
            </a:r>
            <a:r>
              <a:rPr lang="en-US" sz="1900" err="1">
                <a:ea typeface="+mn-lt"/>
                <a:cs typeface="+mn-lt"/>
              </a:rPr>
              <a:t>taline</a:t>
            </a:r>
            <a:r>
              <a:rPr lang="en-US" sz="1900" dirty="0">
                <a:ea typeface="+mn-lt"/>
                <a:cs typeface="+mn-lt"/>
              </a:rPr>
              <a:t> </a:t>
            </a:r>
            <a:r>
              <a:rPr lang="en-US" sz="1900" err="1">
                <a:ea typeface="+mn-lt"/>
                <a:cs typeface="+mn-lt"/>
              </a:rPr>
              <a:t>ili</a:t>
            </a:r>
            <a:r>
              <a:rPr lang="en-US" sz="1900" dirty="0">
                <a:ea typeface="+mn-lt"/>
                <a:cs typeface="+mn-lt"/>
              </a:rPr>
              <a:t> </a:t>
            </a:r>
            <a:r>
              <a:rPr lang="en-US" sz="1900" err="1">
                <a:ea typeface="+mn-lt"/>
                <a:cs typeface="+mn-lt"/>
              </a:rPr>
              <a:t>otopine</a:t>
            </a:r>
            <a:r>
              <a:rPr lang="en-US" sz="1900" dirty="0">
                <a:ea typeface="+mn-lt"/>
                <a:cs typeface="+mn-lt"/>
              </a:rPr>
              <a:t> da bi se </a:t>
            </a:r>
            <a:r>
              <a:rPr lang="en-US" sz="1900" err="1">
                <a:ea typeface="+mn-lt"/>
                <a:cs typeface="+mn-lt"/>
              </a:rPr>
              <a:t>oblikovala</a:t>
            </a:r>
            <a:r>
              <a:rPr lang="en-US" sz="1900" dirty="0">
                <a:ea typeface="+mn-lt"/>
                <a:cs typeface="+mn-lt"/>
              </a:rPr>
              <a:t> </a:t>
            </a:r>
            <a:r>
              <a:rPr lang="en-US" sz="1900" err="1">
                <a:ea typeface="+mn-lt"/>
                <a:cs typeface="+mn-lt"/>
              </a:rPr>
              <a:t>vlakna</a:t>
            </a:r>
            <a:r>
              <a:rPr lang="en-US" sz="1900" dirty="0">
                <a:ea typeface="+mn-lt"/>
                <a:cs typeface="+mn-lt"/>
              </a:rPr>
              <a:t>, </a:t>
            </a:r>
            <a:r>
              <a:rPr lang="en-US" sz="1900" err="1">
                <a:ea typeface="+mn-lt"/>
                <a:cs typeface="+mn-lt"/>
              </a:rPr>
              <a:t>filamenti</a:t>
            </a:r>
            <a:r>
              <a:rPr lang="en-US" sz="1900" dirty="0">
                <a:ea typeface="+mn-lt"/>
                <a:cs typeface="+mn-lt"/>
              </a:rPr>
              <a:t>. Ima </a:t>
            </a:r>
            <a:r>
              <a:rPr lang="en-US" sz="1900" err="1">
                <a:ea typeface="+mn-lt"/>
                <a:cs typeface="+mn-lt"/>
              </a:rPr>
              <a:t>visoku</a:t>
            </a:r>
            <a:r>
              <a:rPr lang="en-US" sz="1900" dirty="0">
                <a:ea typeface="+mn-lt"/>
                <a:cs typeface="+mn-lt"/>
              </a:rPr>
              <a:t> </a:t>
            </a:r>
            <a:r>
              <a:rPr lang="en-US" sz="1900" err="1">
                <a:ea typeface="+mn-lt"/>
                <a:cs typeface="+mn-lt"/>
              </a:rPr>
              <a:t>otpornost</a:t>
            </a:r>
            <a:r>
              <a:rPr lang="en-US" sz="1900" dirty="0">
                <a:ea typeface="+mn-lt"/>
                <a:cs typeface="+mn-lt"/>
              </a:rPr>
              <a:t> </a:t>
            </a:r>
            <a:r>
              <a:rPr lang="en-US" sz="1900" err="1">
                <a:ea typeface="+mn-lt"/>
                <a:cs typeface="+mn-lt"/>
              </a:rPr>
              <a:t>na</a:t>
            </a:r>
            <a:r>
              <a:rPr lang="en-US" sz="1900" dirty="0">
                <a:ea typeface="+mn-lt"/>
                <a:cs typeface="+mn-lt"/>
              </a:rPr>
              <a:t> </a:t>
            </a:r>
            <a:r>
              <a:rPr lang="en-US" sz="1900" err="1">
                <a:ea typeface="+mn-lt"/>
                <a:cs typeface="+mn-lt"/>
              </a:rPr>
              <a:t>habanje</a:t>
            </a:r>
            <a:r>
              <a:rPr lang="en-US" sz="1900" dirty="0">
                <a:ea typeface="+mn-lt"/>
                <a:cs typeface="+mn-lt"/>
              </a:rPr>
              <a:t>, </a:t>
            </a:r>
            <a:r>
              <a:rPr lang="en-US" sz="1900" err="1">
                <a:ea typeface="+mn-lt"/>
                <a:cs typeface="+mn-lt"/>
              </a:rPr>
              <a:t>toplinu</a:t>
            </a:r>
            <a:r>
              <a:rPr lang="en-US" sz="1900" dirty="0">
                <a:ea typeface="+mn-lt"/>
                <a:cs typeface="+mn-lt"/>
              </a:rPr>
              <a:t> </a:t>
            </a:r>
            <a:r>
              <a:rPr lang="en-US" sz="1900" err="1">
                <a:ea typeface="+mn-lt"/>
                <a:cs typeface="+mn-lt"/>
              </a:rPr>
              <a:t>i</a:t>
            </a:r>
            <a:r>
              <a:rPr lang="en-US" sz="1900" dirty="0">
                <a:ea typeface="+mn-lt"/>
                <a:cs typeface="+mn-lt"/>
              </a:rPr>
              <a:t> </a:t>
            </a:r>
            <a:r>
              <a:rPr lang="en-US" sz="1900" err="1">
                <a:ea typeface="+mn-lt"/>
                <a:cs typeface="+mn-lt"/>
              </a:rPr>
              <a:t>kemikalije</a:t>
            </a:r>
            <a:r>
              <a:rPr lang="en-US" sz="1900" dirty="0">
                <a:ea typeface="+mn-lt"/>
                <a:cs typeface="+mn-lt"/>
              </a:rPr>
              <a:t>.</a:t>
            </a:r>
            <a:endParaRPr lang="en-US" sz="19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2A78F5-FDD1-D257-8F73-1BE485A32B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Poliester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E08A5D6-4ED0-1E07-E34D-058625F26A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09944" y="3594538"/>
            <a:ext cx="4818888" cy="2846043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latin typeface="Franklin Gothic Medium"/>
              </a:rPr>
              <a:t>Poliester je </a:t>
            </a:r>
            <a:r>
              <a:rPr lang="en-US" dirty="0" err="1">
                <a:solidFill>
                  <a:srgbClr val="000000"/>
                </a:solidFill>
                <a:latin typeface="Franklin Gothic Medium"/>
              </a:rPr>
              <a:t>kategorija</a:t>
            </a:r>
            <a:r>
              <a:rPr lang="en-US" dirty="0">
                <a:solidFill>
                  <a:srgbClr val="000000"/>
                </a:solidFill>
                <a:latin typeface="Franklin Gothic Medium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Franklin Gothic Medium"/>
              </a:rPr>
              <a:t>polimera</a:t>
            </a:r>
            <a:r>
              <a:rPr lang="en-US" dirty="0">
                <a:solidFill>
                  <a:srgbClr val="000000"/>
                </a:solidFill>
                <a:latin typeface="Franklin Gothic Medium"/>
              </a:rPr>
              <a:t> koji </a:t>
            </a:r>
            <a:r>
              <a:rPr lang="en-US" dirty="0" err="1">
                <a:solidFill>
                  <a:srgbClr val="000000"/>
                </a:solidFill>
                <a:latin typeface="Franklin Gothic Medium"/>
              </a:rPr>
              <a:t>sadrže</a:t>
            </a:r>
            <a:r>
              <a:rPr lang="en-US" dirty="0">
                <a:solidFill>
                  <a:srgbClr val="000000"/>
                </a:solidFill>
                <a:latin typeface="Franklin Gothic Medium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Franklin Gothic Medium"/>
              </a:rPr>
              <a:t>esterske</a:t>
            </a:r>
            <a:r>
              <a:rPr lang="en-US" dirty="0">
                <a:solidFill>
                  <a:srgbClr val="000000"/>
                </a:solidFill>
                <a:latin typeface="Franklin Gothic Medium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Franklin Gothic Medium"/>
              </a:rPr>
              <a:t>funkcionalne</a:t>
            </a:r>
            <a:r>
              <a:rPr lang="en-US" dirty="0">
                <a:solidFill>
                  <a:srgbClr val="000000"/>
                </a:solidFill>
                <a:latin typeface="Franklin Gothic Medium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Franklin Gothic Medium"/>
              </a:rPr>
              <a:t>skupine</a:t>
            </a:r>
            <a:r>
              <a:rPr lang="en-US" dirty="0">
                <a:solidFill>
                  <a:srgbClr val="000000"/>
                </a:solidFill>
                <a:latin typeface="Franklin Gothic Medium"/>
              </a:rPr>
              <a:t> u </a:t>
            </a:r>
            <a:r>
              <a:rPr lang="en-US" dirty="0" err="1">
                <a:solidFill>
                  <a:srgbClr val="000000"/>
                </a:solidFill>
                <a:latin typeface="Franklin Gothic Medium"/>
              </a:rPr>
              <a:t>svakoj</a:t>
            </a:r>
            <a:r>
              <a:rPr lang="en-US" dirty="0">
                <a:solidFill>
                  <a:srgbClr val="000000"/>
                </a:solidFill>
                <a:latin typeface="Franklin Gothic Medium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Franklin Gothic Medium"/>
              </a:rPr>
              <a:t>ponovljenoj</a:t>
            </a:r>
            <a:r>
              <a:rPr lang="en-US" dirty="0">
                <a:solidFill>
                  <a:srgbClr val="000000"/>
                </a:solidFill>
                <a:latin typeface="Franklin Gothic Medium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Franklin Gothic Medium"/>
              </a:rPr>
              <a:t>jedinici</a:t>
            </a:r>
            <a:r>
              <a:rPr lang="en-US" dirty="0">
                <a:solidFill>
                  <a:srgbClr val="000000"/>
                </a:solidFill>
                <a:latin typeface="Franklin Gothic Medium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Franklin Gothic Medium"/>
              </a:rPr>
              <a:t>svog</a:t>
            </a:r>
            <a:r>
              <a:rPr lang="en-US" dirty="0">
                <a:solidFill>
                  <a:srgbClr val="000000"/>
                </a:solidFill>
                <a:latin typeface="Franklin Gothic Medium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Franklin Gothic Medium"/>
              </a:rPr>
              <a:t>glavnog</a:t>
            </a:r>
            <a:r>
              <a:rPr lang="en-US" dirty="0">
                <a:solidFill>
                  <a:srgbClr val="000000"/>
                </a:solidFill>
                <a:latin typeface="Franklin Gothic Medium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Franklin Gothic Medium"/>
              </a:rPr>
              <a:t>lanca</a:t>
            </a:r>
            <a:r>
              <a:rPr lang="en-US" dirty="0">
                <a:solidFill>
                  <a:srgbClr val="000000"/>
                </a:solidFill>
                <a:latin typeface="Franklin Gothic Medium"/>
              </a:rPr>
              <a:t>. </a:t>
            </a:r>
            <a:r>
              <a:rPr lang="en-US" dirty="0" err="1">
                <a:solidFill>
                  <a:srgbClr val="000000"/>
                </a:solidFill>
                <a:latin typeface="Franklin Gothic Medium"/>
              </a:rPr>
              <a:t>Poliesteri</a:t>
            </a:r>
            <a:r>
              <a:rPr lang="en-US" dirty="0">
                <a:solidFill>
                  <a:srgbClr val="000000"/>
                </a:solidFill>
                <a:latin typeface="Franklin Gothic Medium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Franklin Gothic Medium"/>
              </a:rPr>
              <a:t>uključuju</a:t>
            </a:r>
            <a:r>
              <a:rPr lang="en-US" dirty="0">
                <a:solidFill>
                  <a:srgbClr val="000000"/>
                </a:solidFill>
                <a:latin typeface="Franklin Gothic Medium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Franklin Gothic Medium"/>
              </a:rPr>
              <a:t>prirodne</a:t>
            </a:r>
            <a:r>
              <a:rPr lang="en-US" dirty="0">
                <a:solidFill>
                  <a:srgbClr val="000000"/>
                </a:solidFill>
                <a:latin typeface="Franklin Gothic Medium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Franklin Gothic Medium"/>
              </a:rPr>
              <a:t>kemikalije</a:t>
            </a:r>
            <a:r>
              <a:rPr lang="en-US" dirty="0">
                <a:solidFill>
                  <a:srgbClr val="000000"/>
                </a:solidFill>
                <a:latin typeface="Franklin Gothic Medium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Franklin Gothic Medium"/>
              </a:rPr>
              <a:t>kao</a:t>
            </a:r>
            <a:r>
              <a:rPr lang="en-US" dirty="0">
                <a:solidFill>
                  <a:srgbClr val="000000"/>
                </a:solidFill>
                <a:latin typeface="Franklin Gothic Medium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Franklin Gothic Medium"/>
              </a:rPr>
              <a:t>što</a:t>
            </a:r>
            <a:r>
              <a:rPr lang="en-US" dirty="0">
                <a:solidFill>
                  <a:srgbClr val="000000"/>
                </a:solidFill>
                <a:latin typeface="Franklin Gothic Medium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Franklin Gothic Medium"/>
              </a:rPr>
              <a:t>su</a:t>
            </a:r>
            <a:r>
              <a:rPr lang="en-US" dirty="0">
                <a:solidFill>
                  <a:srgbClr val="000000"/>
                </a:solidFill>
                <a:latin typeface="Franklin Gothic Medium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Franklin Gothic Medium"/>
              </a:rPr>
              <a:t>biljke</a:t>
            </a:r>
            <a:r>
              <a:rPr lang="en-US" dirty="0">
                <a:solidFill>
                  <a:srgbClr val="000000"/>
                </a:solidFill>
                <a:latin typeface="Franklin Gothic Medium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Franklin Gothic Medium"/>
              </a:rPr>
              <a:t>i</a:t>
            </a:r>
            <a:r>
              <a:rPr lang="en-US" dirty="0">
                <a:solidFill>
                  <a:srgbClr val="000000"/>
                </a:solidFill>
                <a:latin typeface="Franklin Gothic Medium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Franklin Gothic Medium"/>
              </a:rPr>
              <a:t>insekti</a:t>
            </a:r>
            <a:r>
              <a:rPr lang="en-US" dirty="0">
                <a:solidFill>
                  <a:srgbClr val="000000"/>
                </a:solidFill>
                <a:latin typeface="Franklin Gothic Medium"/>
              </a:rPr>
              <a:t>. </a:t>
            </a:r>
            <a:r>
              <a:rPr lang="en-US" dirty="0" err="1">
                <a:solidFill>
                  <a:srgbClr val="000000"/>
                </a:solidFill>
                <a:latin typeface="Franklin Gothic Medium"/>
              </a:rPr>
              <a:t>Poliesterska</a:t>
            </a:r>
            <a:r>
              <a:rPr lang="en-US" dirty="0">
                <a:solidFill>
                  <a:srgbClr val="000000"/>
                </a:solidFill>
                <a:latin typeface="Franklin Gothic Medium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Franklin Gothic Medium"/>
              </a:rPr>
              <a:t>vlakna</a:t>
            </a:r>
            <a:r>
              <a:rPr lang="en-US" dirty="0">
                <a:solidFill>
                  <a:srgbClr val="000000"/>
                </a:solidFill>
                <a:latin typeface="Franklin Gothic Medium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Franklin Gothic Medium"/>
              </a:rPr>
              <a:t>ponekad</a:t>
            </a:r>
            <a:r>
              <a:rPr lang="en-US" dirty="0">
                <a:solidFill>
                  <a:srgbClr val="000000"/>
                </a:solidFill>
                <a:latin typeface="Franklin Gothic Medium"/>
              </a:rPr>
              <a:t> se </a:t>
            </a:r>
            <a:r>
              <a:rPr lang="en-US" dirty="0" err="1">
                <a:solidFill>
                  <a:srgbClr val="000000"/>
                </a:solidFill>
                <a:latin typeface="Franklin Gothic Medium"/>
              </a:rPr>
              <a:t>ispredu</a:t>
            </a:r>
            <a:r>
              <a:rPr lang="en-US" dirty="0">
                <a:solidFill>
                  <a:srgbClr val="000000"/>
                </a:solidFill>
                <a:latin typeface="Franklin Gothic Medium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Franklin Gothic Medium"/>
              </a:rPr>
              <a:t>zajedno</a:t>
            </a:r>
            <a:r>
              <a:rPr lang="en-US" dirty="0">
                <a:solidFill>
                  <a:srgbClr val="000000"/>
                </a:solidFill>
                <a:latin typeface="Franklin Gothic Medium"/>
              </a:rPr>
              <a:t> s </a:t>
            </a:r>
            <a:r>
              <a:rPr lang="en-US" dirty="0" err="1">
                <a:solidFill>
                  <a:srgbClr val="000000"/>
                </a:solidFill>
                <a:latin typeface="Franklin Gothic Medium"/>
              </a:rPr>
              <a:t>prirodnim</a:t>
            </a:r>
            <a:r>
              <a:rPr lang="en-US" dirty="0">
                <a:solidFill>
                  <a:srgbClr val="000000"/>
                </a:solidFill>
                <a:latin typeface="Franklin Gothic Medium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Franklin Gothic Medium"/>
              </a:rPr>
              <a:t>vlaknima</a:t>
            </a:r>
            <a:r>
              <a:rPr lang="en-US" dirty="0">
                <a:solidFill>
                  <a:srgbClr val="000000"/>
                </a:solidFill>
                <a:latin typeface="Franklin Gothic Medium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Franklin Gothic Medium"/>
              </a:rPr>
              <a:t>kako</a:t>
            </a:r>
            <a:r>
              <a:rPr lang="en-US" dirty="0">
                <a:solidFill>
                  <a:srgbClr val="000000"/>
                </a:solidFill>
                <a:latin typeface="Franklin Gothic Medium"/>
              </a:rPr>
              <a:t> bi se </a:t>
            </a:r>
            <a:r>
              <a:rPr lang="en-US" dirty="0" err="1">
                <a:solidFill>
                  <a:srgbClr val="000000"/>
                </a:solidFill>
                <a:latin typeface="Franklin Gothic Medium"/>
              </a:rPr>
              <a:t>proizvela</a:t>
            </a:r>
            <a:r>
              <a:rPr lang="en-US" dirty="0">
                <a:solidFill>
                  <a:srgbClr val="000000"/>
                </a:solidFill>
                <a:latin typeface="Franklin Gothic Medium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Franklin Gothic Medium"/>
              </a:rPr>
              <a:t>tkanina</a:t>
            </a:r>
            <a:r>
              <a:rPr lang="en-US" dirty="0">
                <a:solidFill>
                  <a:srgbClr val="000000"/>
                </a:solidFill>
                <a:latin typeface="Franklin Gothic Medium"/>
              </a:rPr>
              <a:t> s </a:t>
            </a:r>
            <a:r>
              <a:rPr lang="en-US" dirty="0" err="1">
                <a:solidFill>
                  <a:srgbClr val="000000"/>
                </a:solidFill>
                <a:latin typeface="Franklin Gothic Medium"/>
              </a:rPr>
              <a:t>miješanim</a:t>
            </a:r>
            <a:r>
              <a:rPr lang="en-US" dirty="0">
                <a:solidFill>
                  <a:srgbClr val="000000"/>
                </a:solidFill>
                <a:latin typeface="Franklin Gothic Medium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Franklin Gothic Medium"/>
              </a:rPr>
              <a:t>svojstvima</a:t>
            </a:r>
            <a:r>
              <a:rPr lang="en-US" dirty="0">
                <a:solidFill>
                  <a:srgbClr val="000000"/>
                </a:solidFill>
                <a:latin typeface="Franklin Gothic Medium"/>
              </a:rPr>
              <a:t>.</a:t>
            </a:r>
            <a:endParaRPr lang="hr" sz="2100" dirty="0">
              <a:solidFill>
                <a:srgbClr val="E8EAED"/>
              </a:solidFill>
              <a:latin typeface="Consolas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A3B2C5-1B37-159D-6588-6600C012A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12150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ACF5BE-F000-18A8-1A00-DC9EBAD954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Kako </a:t>
            </a:r>
            <a:r>
              <a:rPr lang="en-US" dirty="0" err="1"/>
              <a:t>uništavaju</a:t>
            </a:r>
            <a:r>
              <a:rPr lang="en-US" dirty="0"/>
              <a:t> </a:t>
            </a:r>
            <a:r>
              <a:rPr lang="en-US" dirty="0" err="1"/>
              <a:t>okoliš</a:t>
            </a:r>
            <a:r>
              <a:rPr lang="en-US" dirty="0"/>
              <a:t>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BCACB4-CC47-10DE-3555-FD04255148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Biorazgradnja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E2D598-FBED-1F3A-2670-37001F2D336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1500" dirty="0" err="1">
                <a:solidFill>
                  <a:srgbClr val="000000"/>
                </a:solidFill>
                <a:latin typeface="Franklin Gothic Medium"/>
              </a:rPr>
              <a:t>Jednokratni</a:t>
            </a:r>
            <a:r>
              <a:rPr lang="en-US" sz="1500" dirty="0">
                <a:solidFill>
                  <a:srgbClr val="000000"/>
                </a:solidFill>
                <a:latin typeface="Franklin Gothic Medium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Franklin Gothic Medium"/>
              </a:rPr>
              <a:t>plastični</a:t>
            </a:r>
            <a:r>
              <a:rPr lang="en-US" sz="1500" dirty="0">
                <a:solidFill>
                  <a:srgbClr val="000000"/>
                </a:solidFill>
                <a:latin typeface="Franklin Gothic Medium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Franklin Gothic Medium"/>
              </a:rPr>
              <a:t>predmeti</a:t>
            </a:r>
            <a:r>
              <a:rPr lang="en-US" sz="1500" dirty="0">
                <a:solidFill>
                  <a:srgbClr val="000000"/>
                </a:solidFill>
                <a:latin typeface="Franklin Gothic Medium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Franklin Gothic Medium"/>
              </a:rPr>
              <a:t>koje</a:t>
            </a:r>
            <a:r>
              <a:rPr lang="en-US" sz="1500" dirty="0">
                <a:solidFill>
                  <a:srgbClr val="000000"/>
                </a:solidFill>
                <a:latin typeface="Franklin Gothic Medium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Franklin Gothic Medium"/>
              </a:rPr>
              <a:t>općenito</a:t>
            </a:r>
            <a:r>
              <a:rPr lang="en-US" sz="1500" dirty="0">
                <a:solidFill>
                  <a:srgbClr val="000000"/>
                </a:solidFill>
                <a:latin typeface="Franklin Gothic Medium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Franklin Gothic Medium"/>
              </a:rPr>
              <a:t>koristimo</a:t>
            </a:r>
            <a:r>
              <a:rPr lang="en-US" sz="1500" dirty="0">
                <a:solidFill>
                  <a:srgbClr val="000000"/>
                </a:solidFill>
                <a:latin typeface="Franklin Gothic Medium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Franklin Gothic Medium"/>
              </a:rPr>
              <a:t>zahtijevaju</a:t>
            </a:r>
            <a:r>
              <a:rPr lang="en-US" sz="1500" dirty="0">
                <a:solidFill>
                  <a:srgbClr val="000000"/>
                </a:solidFill>
                <a:latin typeface="Franklin Gothic Medium"/>
              </a:rPr>
              <a:t>
</a:t>
            </a:r>
            <a:r>
              <a:rPr lang="en-US" sz="1500" dirty="0" err="1">
                <a:solidFill>
                  <a:srgbClr val="000000"/>
                </a:solidFill>
                <a:latin typeface="Franklin Gothic Medium"/>
              </a:rPr>
              <a:t>više</a:t>
            </a:r>
            <a:r>
              <a:rPr lang="en-US" sz="1500" dirty="0">
                <a:solidFill>
                  <a:srgbClr val="000000"/>
                </a:solidFill>
                <a:latin typeface="Franklin Gothic Medium"/>
              </a:rPr>
              <a:t> od 400 </a:t>
            </a:r>
            <a:r>
              <a:rPr lang="en-US" sz="1500" dirty="0" err="1">
                <a:solidFill>
                  <a:srgbClr val="000000"/>
                </a:solidFill>
                <a:latin typeface="Franklin Gothic Medium"/>
              </a:rPr>
              <a:t>godina</a:t>
            </a:r>
            <a:r>
              <a:rPr lang="en-US" sz="1500" dirty="0">
                <a:solidFill>
                  <a:srgbClr val="000000"/>
                </a:solidFill>
                <a:latin typeface="Franklin Gothic Medium"/>
              </a:rPr>
              <a:t> za </a:t>
            </a:r>
            <a:r>
              <a:rPr lang="en-US" sz="1500" dirty="0" err="1">
                <a:solidFill>
                  <a:srgbClr val="000000"/>
                </a:solidFill>
                <a:latin typeface="Franklin Gothic Medium"/>
              </a:rPr>
              <a:t>biorazgradnju</a:t>
            </a:r>
            <a:r>
              <a:rPr lang="en-US" sz="1500" dirty="0">
                <a:solidFill>
                  <a:srgbClr val="000000"/>
                </a:solidFill>
                <a:latin typeface="Franklin Gothic Medium"/>
              </a:rPr>
              <a:t>. </a:t>
            </a:r>
            <a:r>
              <a:rPr lang="hr" sz="1500" dirty="0">
                <a:solidFill>
                  <a:srgbClr val="000000"/>
                </a:solidFill>
                <a:latin typeface="Franklin Gothic Medium"/>
              </a:rPr>
              <a:t>Dugotrajno izlaganje sintetičkih materijala zraku,
voda i sunčeva svjetlost uzrokuju oslobađanje duboko otrovnih tvari
zagađivači koji mogu otjecati u zalihe vode.</a:t>
            </a:r>
            <a:endParaRPr lang="en-US" sz="1500" dirty="0">
              <a:solidFill>
                <a:srgbClr val="000000"/>
              </a:solidFill>
              <a:latin typeface="Franklin Gothic Medium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A0EAC9-F3BF-23D8-26DA-D440EA9E26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 err="1"/>
              <a:t>Životinje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03F674-AF49-25DA-1D60-623A3703DDEC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dirty="0" err="1">
                <a:solidFill>
                  <a:srgbClr val="000000"/>
                </a:solidFill>
                <a:latin typeface="Franklin Gothic Medium"/>
              </a:rPr>
              <a:t>Morske</a:t>
            </a:r>
            <a:r>
              <a:rPr lang="en-US" dirty="0">
                <a:solidFill>
                  <a:srgbClr val="000000"/>
                </a:solidFill>
                <a:latin typeface="Franklin Gothic Medium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Franklin Gothic Medium"/>
              </a:rPr>
              <a:t>životinje</a:t>
            </a:r>
            <a:r>
              <a:rPr lang="en-US" dirty="0">
                <a:solidFill>
                  <a:srgbClr val="000000"/>
                </a:solidFill>
                <a:latin typeface="Franklin Gothic Medium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Franklin Gothic Medium"/>
              </a:rPr>
              <a:t>zamjenjuju</a:t>
            </a:r>
            <a:r>
              <a:rPr lang="en-US" dirty="0">
                <a:solidFill>
                  <a:srgbClr val="000000"/>
                </a:solidFill>
                <a:latin typeface="Franklin Gothic Medium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Franklin Gothic Medium"/>
              </a:rPr>
              <a:t>te</a:t>
            </a:r>
            <a:r>
              <a:rPr lang="en-US" dirty="0">
                <a:solidFill>
                  <a:srgbClr val="000000"/>
                </a:solidFill>
                <a:latin typeface="Franklin Gothic Medium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Franklin Gothic Medium"/>
              </a:rPr>
              <a:t>materijale</a:t>
            </a:r>
            <a:r>
              <a:rPr lang="en-US" dirty="0">
                <a:solidFill>
                  <a:srgbClr val="000000"/>
                </a:solidFill>
                <a:latin typeface="Franklin Gothic Medium"/>
              </a:rPr>
              <a:t> za </a:t>
            </a:r>
            <a:r>
              <a:rPr lang="en-US" dirty="0" err="1">
                <a:solidFill>
                  <a:srgbClr val="000000"/>
                </a:solidFill>
                <a:latin typeface="Franklin Gothic Medium"/>
              </a:rPr>
              <a:t>hranu</a:t>
            </a:r>
            <a:r>
              <a:rPr lang="en-US" dirty="0">
                <a:solidFill>
                  <a:srgbClr val="000000"/>
                </a:solidFill>
                <a:latin typeface="Franklin Gothic Medium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Franklin Gothic Medium"/>
              </a:rPr>
              <a:t>što</a:t>
            </a:r>
            <a:r>
              <a:rPr lang="en-US" dirty="0">
                <a:solidFill>
                  <a:srgbClr val="000000"/>
                </a:solidFill>
                <a:latin typeface="Franklin Gothic Medium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Franklin Gothic Medium"/>
              </a:rPr>
              <a:t>dovodi</a:t>
            </a:r>
            <a:r>
              <a:rPr lang="en-US" dirty="0">
                <a:solidFill>
                  <a:srgbClr val="000000"/>
                </a:solidFill>
                <a:latin typeface="Franklin Gothic Medium"/>
              </a:rPr>
              <a:t> do </a:t>
            </a:r>
            <a:r>
              <a:rPr lang="en-US" dirty="0" err="1">
                <a:solidFill>
                  <a:srgbClr val="000000"/>
                </a:solidFill>
                <a:latin typeface="Franklin Gothic Medium"/>
              </a:rPr>
              <a:t>gutanja</a:t>
            </a:r>
            <a:r>
              <a:rPr lang="en-US" dirty="0">
                <a:solidFill>
                  <a:srgbClr val="000000"/>
                </a:solidFill>
                <a:latin typeface="Franklin Gothic Medium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Franklin Gothic Medium"/>
              </a:rPr>
              <a:t>i</a:t>
            </a:r>
            <a:r>
              <a:rPr lang="en-US" dirty="0">
                <a:solidFill>
                  <a:srgbClr val="000000"/>
                </a:solidFill>
                <a:latin typeface="Franklin Gothic Medium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Franklin Gothic Medium"/>
              </a:rPr>
              <a:t>zapetljanja</a:t>
            </a:r>
            <a:r>
              <a:rPr lang="en-US" dirty="0">
                <a:solidFill>
                  <a:srgbClr val="000000"/>
                </a:solidFill>
                <a:latin typeface="Franklin Gothic Medium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Franklin Gothic Medium"/>
              </a:rPr>
              <a:t>što</a:t>
            </a:r>
            <a:r>
              <a:rPr lang="en-US" dirty="0">
                <a:solidFill>
                  <a:srgbClr val="000000"/>
                </a:solidFill>
                <a:latin typeface="Franklin Gothic Medium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Franklin Gothic Medium"/>
              </a:rPr>
              <a:t>često</a:t>
            </a:r>
            <a:r>
              <a:rPr lang="en-US" dirty="0">
                <a:solidFill>
                  <a:srgbClr val="000000"/>
                </a:solidFill>
                <a:latin typeface="Franklin Gothic Medium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Franklin Gothic Medium"/>
              </a:rPr>
              <a:t>rezultira</a:t>
            </a:r>
            <a:r>
              <a:rPr lang="en-US" dirty="0">
                <a:solidFill>
                  <a:srgbClr val="000000"/>
                </a:solidFill>
                <a:latin typeface="Franklin Gothic Medium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Franklin Gothic Medium"/>
              </a:rPr>
              <a:t>teškim</a:t>
            </a:r>
            <a:r>
              <a:rPr lang="en-US" dirty="0">
                <a:solidFill>
                  <a:srgbClr val="000000"/>
                </a:solidFill>
                <a:latin typeface="Franklin Gothic Medium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Franklin Gothic Medium"/>
              </a:rPr>
              <a:t>ozljedama</a:t>
            </a:r>
            <a:r>
              <a:rPr lang="en-US" dirty="0">
                <a:solidFill>
                  <a:srgbClr val="000000"/>
                </a:solidFill>
                <a:latin typeface="Franklin Gothic Medium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Franklin Gothic Medium"/>
              </a:rPr>
              <a:t>ili</a:t>
            </a:r>
            <a:r>
              <a:rPr lang="en-US" dirty="0">
                <a:solidFill>
                  <a:srgbClr val="000000"/>
                </a:solidFill>
                <a:latin typeface="Franklin Gothic Medium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Franklin Gothic Medium"/>
              </a:rPr>
              <a:t>čak</a:t>
            </a:r>
            <a:r>
              <a:rPr lang="en-US" dirty="0">
                <a:solidFill>
                  <a:srgbClr val="000000"/>
                </a:solidFill>
                <a:latin typeface="Franklin Gothic Medium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Franklin Gothic Medium"/>
              </a:rPr>
              <a:t>smrću</a:t>
            </a:r>
            <a:r>
              <a:rPr lang="en-US" dirty="0">
                <a:solidFill>
                  <a:srgbClr val="000000"/>
                </a:solidFill>
                <a:latin typeface="Franklin Gothic Medium"/>
              </a:rPr>
              <a:t>. </a:t>
            </a:r>
            <a:r>
              <a:rPr lang="en-US" dirty="0" err="1">
                <a:solidFill>
                  <a:srgbClr val="000000"/>
                </a:solidFill>
                <a:latin typeface="Franklin Gothic Medium"/>
              </a:rPr>
              <a:t>Poznato</a:t>
            </a:r>
            <a:r>
              <a:rPr lang="en-US" dirty="0">
                <a:solidFill>
                  <a:srgbClr val="000000"/>
                </a:solidFill>
                <a:latin typeface="Franklin Gothic Medium"/>
              </a:rPr>
              <a:t> je, </a:t>
            </a:r>
            <a:r>
              <a:rPr lang="en-US" dirty="0" err="1">
                <a:solidFill>
                  <a:srgbClr val="000000"/>
                </a:solidFill>
                <a:latin typeface="Franklin Gothic Medium"/>
              </a:rPr>
              <a:t>na</a:t>
            </a:r>
            <a:r>
              <a:rPr lang="en-US" dirty="0">
                <a:solidFill>
                  <a:srgbClr val="000000"/>
                </a:solidFill>
                <a:latin typeface="Franklin Gothic Medium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Franklin Gothic Medium"/>
              </a:rPr>
              <a:t>primjer</a:t>
            </a:r>
            <a:r>
              <a:rPr lang="en-US" dirty="0">
                <a:solidFill>
                  <a:srgbClr val="000000"/>
                </a:solidFill>
                <a:latin typeface="Franklin Gothic Medium"/>
              </a:rPr>
              <a:t>, da </a:t>
            </a:r>
            <a:r>
              <a:rPr lang="en-US" dirty="0" err="1">
                <a:solidFill>
                  <a:srgbClr val="000000"/>
                </a:solidFill>
                <a:latin typeface="Franklin Gothic Medium"/>
              </a:rPr>
              <a:t>morske</a:t>
            </a:r>
            <a:r>
              <a:rPr lang="en-US" dirty="0">
                <a:solidFill>
                  <a:srgbClr val="000000"/>
                </a:solidFill>
                <a:latin typeface="Franklin Gothic Medium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Franklin Gothic Medium"/>
              </a:rPr>
              <a:t>kornjače</a:t>
            </a:r>
            <a:r>
              <a:rPr lang="en-US" dirty="0">
                <a:solidFill>
                  <a:srgbClr val="000000"/>
                </a:solidFill>
                <a:latin typeface="Franklin Gothic Medium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Franklin Gothic Medium"/>
              </a:rPr>
              <a:t>zamijene</a:t>
            </a:r>
            <a:r>
              <a:rPr lang="en-US" dirty="0">
                <a:solidFill>
                  <a:srgbClr val="000000"/>
                </a:solidFill>
                <a:latin typeface="Franklin Gothic Medium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Franklin Gothic Medium"/>
              </a:rPr>
              <a:t>plastične</a:t>
            </a:r>
            <a:r>
              <a:rPr lang="en-US" dirty="0">
                <a:solidFill>
                  <a:srgbClr val="000000"/>
                </a:solidFill>
                <a:latin typeface="Franklin Gothic Medium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Franklin Gothic Medium"/>
              </a:rPr>
              <a:t>vrećice</a:t>
            </a:r>
            <a:r>
              <a:rPr lang="en-US" dirty="0">
                <a:solidFill>
                  <a:srgbClr val="000000"/>
                </a:solidFill>
                <a:latin typeface="Franklin Gothic Medium"/>
              </a:rPr>
              <a:t> za </a:t>
            </a:r>
            <a:r>
              <a:rPr lang="en-US" dirty="0" err="1">
                <a:solidFill>
                  <a:srgbClr val="000000"/>
                </a:solidFill>
                <a:latin typeface="Franklin Gothic Medium"/>
              </a:rPr>
              <a:t>meduze</a:t>
            </a:r>
            <a:r>
              <a:rPr lang="en-US" dirty="0">
                <a:solidFill>
                  <a:srgbClr val="000000"/>
                </a:solidFill>
                <a:latin typeface="Franklin Gothic Medium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Franklin Gothic Medium"/>
              </a:rPr>
              <a:t>i</a:t>
            </a:r>
            <a:r>
              <a:rPr lang="en-US" dirty="0">
                <a:solidFill>
                  <a:srgbClr val="000000"/>
                </a:solidFill>
                <a:latin typeface="Franklin Gothic Medium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Franklin Gothic Medium"/>
              </a:rPr>
              <a:t>na</a:t>
            </a:r>
            <a:r>
              <a:rPr lang="en-US" dirty="0">
                <a:solidFill>
                  <a:srgbClr val="000000"/>
                </a:solidFill>
                <a:latin typeface="Franklin Gothic Medium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Franklin Gothic Medium"/>
              </a:rPr>
              <a:t>kraju</a:t>
            </a:r>
            <a:r>
              <a:rPr lang="en-US" dirty="0">
                <a:solidFill>
                  <a:srgbClr val="000000"/>
                </a:solidFill>
                <a:latin typeface="Franklin Gothic Medium"/>
              </a:rPr>
              <a:t> se u </a:t>
            </a:r>
            <a:r>
              <a:rPr lang="en-US" dirty="0" err="1">
                <a:solidFill>
                  <a:srgbClr val="000000"/>
                </a:solidFill>
                <a:latin typeface="Franklin Gothic Medium"/>
              </a:rPr>
              <a:t>njima</a:t>
            </a:r>
            <a:r>
              <a:rPr lang="en-US" dirty="0">
                <a:solidFill>
                  <a:srgbClr val="000000"/>
                </a:solidFill>
                <a:latin typeface="Franklin Gothic Medium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Franklin Gothic Medium"/>
              </a:rPr>
              <a:t>uguše</a:t>
            </a:r>
            <a:r>
              <a:rPr lang="en-US" dirty="0">
                <a:solidFill>
                  <a:srgbClr val="000000"/>
                </a:solidFill>
                <a:latin typeface="Franklin Gothic Medium"/>
              </a:rPr>
              <a:t>. 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FFFE3EB-AE0E-01A0-6161-B91865397C1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err="1"/>
              <a:t>spaljivanje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F9A37CD-D3BC-FDCB-8317-C26360DA63BC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 err="1">
                <a:solidFill>
                  <a:srgbClr val="000000"/>
                </a:solidFill>
                <a:latin typeface="Franklin Gothic Medium"/>
                <a:cs typeface="Arial"/>
              </a:rPr>
              <a:t>Spaljivanje</a:t>
            </a:r>
            <a:r>
              <a:rPr lang="en-US" dirty="0">
                <a:solidFill>
                  <a:srgbClr val="000000"/>
                </a:solidFill>
                <a:latin typeface="Franklin Gothic Medium"/>
                <a:cs typeface="Arial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Franklin Gothic Medium"/>
                <a:cs typeface="Arial"/>
              </a:rPr>
              <a:t>plastika</a:t>
            </a:r>
            <a:r>
              <a:rPr lang="en-US" dirty="0">
                <a:solidFill>
                  <a:srgbClr val="000000"/>
                </a:solidFill>
                <a:latin typeface="Franklin Gothic Medium"/>
                <a:cs typeface="Arial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Franklin Gothic Medium"/>
                <a:cs typeface="Arial"/>
              </a:rPr>
              <a:t>uzrokuje</a:t>
            </a:r>
            <a:r>
              <a:rPr lang="en-US" dirty="0">
                <a:solidFill>
                  <a:srgbClr val="000000"/>
                </a:solidFill>
                <a:latin typeface="Franklin Gothic Medium"/>
                <a:cs typeface="Arial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Franklin Gothic Medium"/>
                <a:cs typeface="Arial"/>
              </a:rPr>
              <a:t>ispuštanje</a:t>
            </a:r>
            <a:r>
              <a:rPr lang="en-US" dirty="0">
                <a:solidFill>
                  <a:srgbClr val="000000"/>
                </a:solidFill>
                <a:latin typeface="Franklin Gothic Medium"/>
                <a:cs typeface="Arial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Franklin Gothic Medium"/>
                <a:cs typeface="Arial"/>
              </a:rPr>
              <a:t>otrovnih</a:t>
            </a:r>
            <a:r>
              <a:rPr lang="en-US" dirty="0">
                <a:solidFill>
                  <a:srgbClr val="000000"/>
                </a:solidFill>
                <a:latin typeface="Franklin Gothic Medium"/>
                <a:cs typeface="Arial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Franklin Gothic Medium"/>
                <a:cs typeface="Arial"/>
              </a:rPr>
              <a:t>ispušnih</a:t>
            </a:r>
            <a:r>
              <a:rPr lang="en-US" dirty="0">
                <a:solidFill>
                  <a:srgbClr val="000000"/>
                </a:solidFill>
                <a:latin typeface="Franklin Gothic Medium"/>
                <a:cs typeface="Arial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Franklin Gothic Medium"/>
                <a:cs typeface="Arial"/>
              </a:rPr>
              <a:t>plinova</a:t>
            </a:r>
            <a:r>
              <a:rPr lang="en-US" dirty="0">
                <a:solidFill>
                  <a:srgbClr val="000000"/>
                </a:solidFill>
                <a:latin typeface="Franklin Gothic Medium"/>
                <a:cs typeface="Arial"/>
              </a:rPr>
              <a:t> u </a:t>
            </a:r>
            <a:r>
              <a:rPr lang="en-US" dirty="0" err="1">
                <a:solidFill>
                  <a:srgbClr val="000000"/>
                </a:solidFill>
                <a:latin typeface="Franklin Gothic Medium"/>
                <a:cs typeface="Arial"/>
              </a:rPr>
              <a:t>atmosferu</a:t>
            </a:r>
            <a:r>
              <a:rPr lang="en-US" dirty="0">
                <a:solidFill>
                  <a:srgbClr val="000000"/>
                </a:solidFill>
                <a:latin typeface="Franklin Gothic Medium"/>
                <a:cs typeface="Arial"/>
              </a:rPr>
              <a:t>. </a:t>
            </a:r>
            <a:r>
              <a:rPr lang="en-US" dirty="0" err="1">
                <a:solidFill>
                  <a:srgbClr val="000000"/>
                </a:solidFill>
                <a:latin typeface="Franklin Gothic Medium"/>
                <a:cs typeface="Arial"/>
              </a:rPr>
              <a:t>Udisanje</a:t>
            </a:r>
            <a:r>
              <a:rPr lang="en-US" dirty="0">
                <a:solidFill>
                  <a:srgbClr val="000000"/>
                </a:solidFill>
                <a:latin typeface="Franklin Gothic Medium"/>
                <a:cs typeface="Arial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Franklin Gothic Medium"/>
                <a:cs typeface="Arial"/>
              </a:rPr>
              <a:t>ovog</a:t>
            </a:r>
            <a:r>
              <a:rPr lang="en-US" dirty="0">
                <a:solidFill>
                  <a:srgbClr val="000000"/>
                </a:solidFill>
                <a:latin typeface="Franklin Gothic Medium"/>
                <a:cs typeface="Arial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Franklin Gothic Medium"/>
                <a:cs typeface="Arial"/>
              </a:rPr>
              <a:t>zagađenog</a:t>
            </a:r>
            <a:r>
              <a:rPr lang="en-US" dirty="0">
                <a:solidFill>
                  <a:srgbClr val="000000"/>
                </a:solidFill>
                <a:latin typeface="Franklin Gothic Medium"/>
                <a:cs typeface="Arial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Franklin Gothic Medium"/>
                <a:cs typeface="Arial"/>
              </a:rPr>
              <a:t>zraka</a:t>
            </a:r>
            <a:r>
              <a:rPr lang="en-US" dirty="0">
                <a:solidFill>
                  <a:srgbClr val="000000"/>
                </a:solidFill>
                <a:latin typeface="Franklin Gothic Medium"/>
                <a:cs typeface="Arial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Franklin Gothic Medium"/>
                <a:cs typeface="Arial"/>
              </a:rPr>
              <a:t>uzrokuje</a:t>
            </a:r>
            <a:r>
              <a:rPr lang="en-US" dirty="0">
                <a:solidFill>
                  <a:srgbClr val="000000"/>
                </a:solidFill>
                <a:latin typeface="Franklin Gothic Medium"/>
                <a:cs typeface="Arial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Franklin Gothic Medium"/>
                <a:cs typeface="Arial"/>
              </a:rPr>
              <a:t>razne</a:t>
            </a:r>
            <a:r>
              <a:rPr lang="en-US" dirty="0">
                <a:solidFill>
                  <a:srgbClr val="000000"/>
                </a:solidFill>
                <a:latin typeface="Franklin Gothic Medium"/>
                <a:cs typeface="Arial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Franklin Gothic Medium"/>
                <a:cs typeface="Arial"/>
              </a:rPr>
              <a:t>vrste</a:t>
            </a:r>
            <a:r>
              <a:rPr lang="en-US" dirty="0">
                <a:solidFill>
                  <a:srgbClr val="000000"/>
                </a:solidFill>
                <a:latin typeface="Franklin Gothic Medium"/>
                <a:cs typeface="Arial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Franklin Gothic Medium"/>
                <a:cs typeface="Arial"/>
              </a:rPr>
              <a:t>bolesti</a:t>
            </a:r>
            <a:r>
              <a:rPr lang="en-US" dirty="0">
                <a:solidFill>
                  <a:srgbClr val="000000"/>
                </a:solidFill>
                <a:latin typeface="Franklin Gothic Medium"/>
                <a:cs typeface="Arial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Franklin Gothic Medium"/>
                <a:cs typeface="Arial"/>
              </a:rPr>
              <a:t>kao</a:t>
            </a:r>
            <a:r>
              <a:rPr lang="en-US" dirty="0">
                <a:solidFill>
                  <a:srgbClr val="000000"/>
                </a:solidFill>
                <a:latin typeface="Franklin Gothic Medium"/>
                <a:cs typeface="Arial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Franklin Gothic Medium"/>
                <a:cs typeface="Arial"/>
              </a:rPr>
              <a:t>što</a:t>
            </a:r>
            <a:r>
              <a:rPr lang="en-US" dirty="0">
                <a:solidFill>
                  <a:srgbClr val="000000"/>
                </a:solidFill>
                <a:latin typeface="Franklin Gothic Medium"/>
                <a:cs typeface="Arial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Franklin Gothic Medium"/>
                <a:cs typeface="Arial"/>
              </a:rPr>
              <a:t>su</a:t>
            </a:r>
            <a:r>
              <a:rPr lang="en-US" dirty="0">
                <a:solidFill>
                  <a:srgbClr val="000000"/>
                </a:solidFill>
                <a:latin typeface="Franklin Gothic Medium"/>
                <a:cs typeface="Arial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Franklin Gothic Medium"/>
                <a:cs typeface="Arial"/>
              </a:rPr>
              <a:t>tuberkuloza</a:t>
            </a:r>
            <a:r>
              <a:rPr lang="en-US" dirty="0">
                <a:solidFill>
                  <a:srgbClr val="000000"/>
                </a:solidFill>
                <a:latin typeface="Franklin Gothic Medium"/>
                <a:cs typeface="Arial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Franklin Gothic Medium"/>
                <a:cs typeface="Arial"/>
              </a:rPr>
              <a:t>i</a:t>
            </a:r>
            <a:r>
              <a:rPr lang="en-US" dirty="0">
                <a:solidFill>
                  <a:srgbClr val="000000"/>
                </a:solidFill>
                <a:latin typeface="Franklin Gothic Medium"/>
                <a:cs typeface="Arial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Franklin Gothic Medium"/>
                <a:cs typeface="Arial"/>
              </a:rPr>
              <a:t>različite</a:t>
            </a:r>
            <a:r>
              <a:rPr lang="en-US" dirty="0">
                <a:solidFill>
                  <a:srgbClr val="000000"/>
                </a:solidFill>
                <a:latin typeface="Franklin Gothic Medium"/>
                <a:cs typeface="Arial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Franklin Gothic Medium"/>
                <a:cs typeface="Arial"/>
              </a:rPr>
              <a:t>vrste</a:t>
            </a:r>
            <a:r>
              <a:rPr lang="en-US" dirty="0">
                <a:solidFill>
                  <a:srgbClr val="000000"/>
                </a:solidFill>
                <a:latin typeface="Franklin Gothic Medium"/>
                <a:cs typeface="Arial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Franklin Gothic Medium"/>
                <a:cs typeface="Arial"/>
              </a:rPr>
              <a:t>infekcija</a:t>
            </a:r>
            <a:r>
              <a:rPr lang="en-US" dirty="0">
                <a:solidFill>
                  <a:srgbClr val="000000"/>
                </a:solidFill>
                <a:latin typeface="Franklin Gothic Medium"/>
                <a:cs typeface="Arial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Franklin Gothic Medium"/>
                <a:cs typeface="Arial"/>
              </a:rPr>
              <a:t>dišnog</a:t>
            </a:r>
            <a:r>
              <a:rPr lang="en-US" dirty="0">
                <a:solidFill>
                  <a:srgbClr val="000000"/>
                </a:solidFill>
                <a:latin typeface="Franklin Gothic Medium"/>
                <a:cs typeface="Arial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Franklin Gothic Medium"/>
                <a:cs typeface="Arial"/>
              </a:rPr>
              <a:t>sustava</a:t>
            </a:r>
            <a:r>
              <a:rPr lang="en-US" dirty="0">
                <a:solidFill>
                  <a:srgbClr val="000000"/>
                </a:solidFill>
                <a:latin typeface="Franklin Gothic Medium"/>
                <a:cs typeface="Arial"/>
              </a:rPr>
              <a:t>.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9D575DA-DEDA-5323-B717-C55FD3B39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16315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68DE74-80BB-96A9-8BD4-5F64800558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Kako </a:t>
            </a:r>
            <a:r>
              <a:rPr lang="en-US" dirty="0" err="1"/>
              <a:t>smanjimo</a:t>
            </a:r>
            <a:r>
              <a:rPr lang="en-US" dirty="0"/>
              <a:t> </a:t>
            </a:r>
            <a:r>
              <a:rPr lang="en-US" dirty="0" err="1"/>
              <a:t>štetu</a:t>
            </a:r>
            <a:r>
              <a:rPr lang="en-US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069D57-A300-CD50-860B-F34A71EE1A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 err="1"/>
              <a:t>Provedba</a:t>
            </a:r>
            <a:r>
              <a:rPr lang="en-US" dirty="0"/>
              <a:t> </a:t>
            </a:r>
            <a:r>
              <a:rPr lang="en-US" dirty="0" err="1"/>
              <a:t>učinkovitih</a:t>
            </a:r>
            <a:r>
              <a:rPr lang="en-US" dirty="0"/>
              <a:t> </a:t>
            </a:r>
            <a:r>
              <a:rPr lang="en-US" dirty="0" err="1"/>
              <a:t>praksi</a:t>
            </a:r>
            <a:r>
              <a:rPr lang="en-US" dirty="0"/>
              <a:t> </a:t>
            </a:r>
            <a:r>
              <a:rPr lang="en-US" dirty="0" err="1"/>
              <a:t>gospodarenja</a:t>
            </a:r>
            <a:r>
              <a:rPr lang="en-US" dirty="0"/>
              <a:t> </a:t>
            </a:r>
            <a:r>
              <a:rPr lang="en-US" dirty="0" err="1"/>
              <a:t>otpadom</a:t>
            </a:r>
            <a:r>
              <a:rPr lang="en-US" dirty="0"/>
              <a:t> </a:t>
            </a:r>
            <a:r>
              <a:rPr lang="en-US" dirty="0" err="1"/>
              <a:t>ključna</a:t>
            </a:r>
            <a:r>
              <a:rPr lang="en-US" dirty="0"/>
              <a:t> je za </a:t>
            </a:r>
            <a:r>
              <a:rPr lang="en-US" dirty="0" err="1"/>
              <a:t>smanjenje</a:t>
            </a:r>
            <a:r>
              <a:rPr lang="en-US" dirty="0"/>
              <a:t> </a:t>
            </a:r>
            <a:r>
              <a:rPr lang="en-US" dirty="0" err="1"/>
              <a:t>količine</a:t>
            </a:r>
            <a:r>
              <a:rPr lang="en-US" dirty="0"/>
              <a:t> </a:t>
            </a:r>
            <a:r>
              <a:rPr lang="en-US" dirty="0" err="1"/>
              <a:t>biorazgradivog</a:t>
            </a:r>
            <a:r>
              <a:rPr lang="en-US" dirty="0"/>
              <a:t> </a:t>
            </a:r>
            <a:r>
              <a:rPr lang="en-US" dirty="0" err="1"/>
              <a:t>otpada</a:t>
            </a:r>
            <a:r>
              <a:rPr lang="en-US" dirty="0"/>
              <a:t>. </a:t>
            </a:r>
            <a:r>
              <a:rPr lang="en-US" dirty="0" err="1"/>
              <a:t>Inicijative</a:t>
            </a:r>
            <a:r>
              <a:rPr lang="en-US" dirty="0"/>
              <a:t> za </a:t>
            </a:r>
            <a:r>
              <a:rPr lang="en-US" dirty="0" err="1"/>
              <a:t>recikliranje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recikliranje</a:t>
            </a:r>
            <a:r>
              <a:rPr lang="en-US" dirty="0"/>
              <a:t> </a:t>
            </a:r>
            <a:r>
              <a:rPr lang="en-US" dirty="0" err="1"/>
              <a:t>mogu</a:t>
            </a:r>
            <a:r>
              <a:rPr lang="en-US" dirty="0"/>
              <a:t> </a:t>
            </a:r>
            <a:r>
              <a:rPr lang="en-US" dirty="0" err="1"/>
              <a:t>preusmjeriti</a:t>
            </a:r>
            <a:r>
              <a:rPr lang="en-US" dirty="0"/>
              <a:t> </a:t>
            </a:r>
            <a:r>
              <a:rPr lang="en-US" dirty="0" err="1"/>
              <a:t>te</a:t>
            </a:r>
            <a:r>
              <a:rPr lang="en-US" dirty="0"/>
              <a:t> </a:t>
            </a:r>
            <a:r>
              <a:rPr lang="en-US" dirty="0" err="1"/>
              <a:t>materijale</a:t>
            </a:r>
            <a:r>
              <a:rPr lang="en-US" dirty="0"/>
              <a:t> s </a:t>
            </a:r>
            <a:r>
              <a:rPr lang="en-US" dirty="0" err="1"/>
              <a:t>odlagališta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dati</a:t>
            </a:r>
            <a:r>
              <a:rPr lang="en-US" dirty="0"/>
              <a:t> </a:t>
            </a:r>
            <a:r>
              <a:rPr lang="en-US" dirty="0" err="1"/>
              <a:t>im</a:t>
            </a:r>
            <a:r>
              <a:rPr lang="en-US" dirty="0"/>
              <a:t> </a:t>
            </a:r>
            <a:r>
              <a:rPr lang="en-US" dirty="0" err="1"/>
              <a:t>novu</a:t>
            </a:r>
            <a:r>
              <a:rPr lang="en-US" dirty="0"/>
              <a:t> </a:t>
            </a:r>
            <a:r>
              <a:rPr lang="en-US" dirty="0" err="1"/>
              <a:t>svrhu</a:t>
            </a:r>
            <a:r>
              <a:rPr lang="en-US" dirty="0"/>
              <a:t>. Osim toga, </a:t>
            </a:r>
            <a:r>
              <a:rPr lang="en-US" dirty="0" err="1"/>
              <a:t>promicanje</a:t>
            </a:r>
            <a:r>
              <a:rPr lang="en-US" dirty="0"/>
              <a:t> </a:t>
            </a:r>
            <a:r>
              <a:rPr lang="en-US" dirty="0" err="1"/>
              <a:t>upotrebe</a:t>
            </a:r>
            <a:r>
              <a:rPr lang="en-US" dirty="0"/>
              <a:t> </a:t>
            </a:r>
            <a:r>
              <a:rPr lang="en-US" dirty="0" err="1"/>
              <a:t>biorazgradivih</a:t>
            </a:r>
            <a:r>
              <a:rPr lang="en-US" dirty="0"/>
              <a:t> </a:t>
            </a:r>
            <a:r>
              <a:rPr lang="en-US" dirty="0" err="1"/>
              <a:t>alternativa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smanjenje</a:t>
            </a:r>
            <a:r>
              <a:rPr lang="en-US" dirty="0"/>
              <a:t> </a:t>
            </a:r>
            <a:r>
              <a:rPr lang="en-US" dirty="0" err="1"/>
              <a:t>ambalažnog</a:t>
            </a:r>
            <a:r>
              <a:rPr lang="en-US" dirty="0"/>
              <a:t> </a:t>
            </a:r>
            <a:r>
              <a:rPr lang="en-US" dirty="0" err="1"/>
              <a:t>otpada</a:t>
            </a:r>
            <a:r>
              <a:rPr lang="en-US" dirty="0"/>
              <a:t> </a:t>
            </a:r>
            <a:r>
              <a:rPr lang="en-US" dirty="0" err="1"/>
              <a:t>može</a:t>
            </a:r>
            <a:r>
              <a:rPr lang="en-US" dirty="0"/>
              <a:t> </a:t>
            </a:r>
            <a:r>
              <a:rPr lang="en-US" dirty="0" err="1"/>
              <a:t>značajno</a:t>
            </a:r>
            <a:r>
              <a:rPr lang="en-US" dirty="0"/>
              <a:t> </a:t>
            </a:r>
            <a:r>
              <a:rPr lang="en-US" dirty="0" err="1"/>
              <a:t>smanjiti</a:t>
            </a:r>
            <a:r>
              <a:rPr lang="en-US" dirty="0"/>
              <a:t> </a:t>
            </a:r>
            <a:r>
              <a:rPr lang="en-US" dirty="0" err="1"/>
              <a:t>utjecaj</a:t>
            </a:r>
            <a:r>
              <a:rPr lang="en-US" dirty="0"/>
              <a:t> </a:t>
            </a:r>
            <a:r>
              <a:rPr lang="en-US" dirty="0" err="1"/>
              <a:t>biorazgradivih</a:t>
            </a:r>
            <a:r>
              <a:rPr lang="en-US" dirty="0"/>
              <a:t> </a:t>
            </a:r>
            <a:r>
              <a:rPr lang="en-US" dirty="0" err="1"/>
              <a:t>materijala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okoliš</a:t>
            </a:r>
            <a:r>
              <a:rPr lang="en-US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6E33B1-89AD-6640-F216-AB328B73E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2863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16D8A-2E12-4C9A-8001-077CF28305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4825" y="623870"/>
            <a:ext cx="2705070" cy="862161"/>
          </a:xfrm>
        </p:spPr>
        <p:txBody>
          <a:bodyPr>
            <a:normAutofit/>
          </a:bodyPr>
          <a:lstStyle/>
          <a:p>
            <a:r>
              <a:rPr lang="en-US" sz="4000" dirty="0" err="1"/>
              <a:t>Literatura</a:t>
            </a:r>
          </a:p>
        </p:txBody>
      </p:sp>
      <p:sp>
        <p:nvSpPr>
          <p:cNvPr id="42" name="Content Placeholder 41">
            <a:extLst>
              <a:ext uri="{FF2B5EF4-FFF2-40B4-BE49-F238E27FC236}">
                <a16:creationId xmlns:a16="http://schemas.microsoft.com/office/drawing/2014/main" id="{69D5268B-B9FF-4EF5-90FE-EC2BBE0681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5572" y="1487831"/>
            <a:ext cx="8216468" cy="35941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  <a:hlinkClick r:id="rId3"/>
              </a:rPr>
              <a:t>https://en.wikipedia.org/wiki/Synthetic_substance</a:t>
            </a:r>
          </a:p>
          <a:p>
            <a:r>
              <a:rPr lang="en-US" dirty="0">
                <a:ea typeface="+mn-lt"/>
                <a:cs typeface="+mn-lt"/>
                <a:hlinkClick r:id="rId4"/>
              </a:rPr>
              <a:t>https://www.britannica.com/science/nylon</a:t>
            </a:r>
          </a:p>
          <a:p>
            <a:r>
              <a:rPr lang="en-US" dirty="0">
                <a:ea typeface="+mn-lt"/>
                <a:cs typeface="+mn-lt"/>
                <a:hlinkClick r:id="rId5"/>
              </a:rPr>
              <a:t>https://en.wikipedia.org/wiki/Polyester#</a:t>
            </a:r>
            <a:endParaRPr lang="en-US" dirty="0">
              <a:ea typeface="+mn-lt"/>
              <a:cs typeface="+mn-lt"/>
            </a:endParaRPr>
          </a:p>
          <a:p>
            <a:r>
              <a:rPr lang="en-US" dirty="0">
                <a:ea typeface="+mn-lt"/>
                <a:cs typeface="+mn-lt"/>
                <a:hlinkClick r:id="rId6"/>
              </a:rPr>
              <a:t>https://internationalscholarsjournals.com/articles/the-effects-of-nonbiodegradable-plastics-on-the-environment.pdf</a:t>
            </a:r>
            <a:endParaRPr lang="en-US" dirty="0">
              <a:ea typeface="+mn-lt"/>
              <a:cs typeface="+mn-lt"/>
            </a:endParaRPr>
          </a:p>
          <a:p>
            <a:r>
              <a:rPr lang="en-US" dirty="0">
                <a:ea typeface="+mn-lt"/>
                <a:cs typeface="+mn-lt"/>
                <a:hlinkClick r:id="rId7"/>
              </a:rPr>
              <a:t>https://cerclex.com/blog/impact-non-biodegradable-waste-environment/#Mitigating_the_Impact_of_Non-Biodegradable_Waste</a:t>
            </a:r>
            <a:endParaRPr lang="en-US" dirty="0">
              <a:ea typeface="+mn-lt"/>
              <a:cs typeface="+mn-lt"/>
            </a:endParaRPr>
          </a:p>
          <a:p>
            <a:endParaRPr lang="en-US" dirty="0">
              <a:ea typeface="+mn-lt"/>
              <a:cs typeface="+mn-lt"/>
            </a:endParaRPr>
          </a:p>
          <a:p>
            <a:endParaRPr lang="en-US" dirty="0">
              <a:ea typeface="+mn-lt"/>
              <a:cs typeface="+mn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04D0F6-E253-6938-C938-3B6C62F2A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6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3A9D871-A8F7-19A2-C7D5-A6DEDDDFE5F3}"/>
              </a:ext>
            </a:extLst>
          </p:cNvPr>
          <p:cNvSpPr/>
          <p:nvPr/>
        </p:nvSpPr>
        <p:spPr>
          <a:xfrm>
            <a:off x="955523" y="6434666"/>
            <a:ext cx="1890531" cy="24113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33892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56">
            <a:extLst>
              <a:ext uri="{FF2B5EF4-FFF2-40B4-BE49-F238E27FC236}">
                <a16:creationId xmlns:a16="http://schemas.microsoft.com/office/drawing/2014/main" id="{D9F93E89-6BB0-44BD-A234-9F07475739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5193" y="3036762"/>
            <a:ext cx="7136064" cy="1700784"/>
          </a:xfrm>
        </p:spPr>
        <p:txBody>
          <a:bodyPr/>
          <a:lstStyle/>
          <a:p>
            <a:r>
              <a:rPr lang="en-US" dirty="0"/>
              <a:t>Hvala </a:t>
            </a:r>
            <a:r>
              <a:rPr lang="en-US" dirty="0" err="1"/>
              <a:t>na</a:t>
            </a:r>
            <a:r>
              <a:rPr lang="en-US"/>
              <a:t> pažnji</a:t>
            </a:r>
            <a:endParaRPr lang="en-US" dirty="0"/>
          </a:p>
        </p:txBody>
      </p:sp>
      <p:pic>
        <p:nvPicPr>
          <p:cNvPr id="27" name="Picture Placeholder 26" descr="Image of a typewriter with &quot;The End.&quot; typed on the paper. ">
            <a:extLst>
              <a:ext uri="{FF2B5EF4-FFF2-40B4-BE49-F238E27FC236}">
                <a16:creationId xmlns:a16="http://schemas.microsoft.com/office/drawing/2014/main" id="{E3EEA078-72A4-4C20-94E7-BFB4F433464F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2804" y="1225484"/>
            <a:ext cx="4059934" cy="3951807"/>
          </a:xfrm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024E6B4-6182-4098-B9C0-B254AD638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96144" y="6356350"/>
            <a:ext cx="932688" cy="365125"/>
          </a:xfrm>
        </p:spPr>
        <p:txBody>
          <a:bodyPr/>
          <a:lstStyle/>
          <a:p>
            <a:fld id="{F97E8200-1950-409B-82E7-99938E7AE355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2352329"/>
      </p:ext>
    </p:extLst>
  </p:cSld>
  <p:clrMapOvr>
    <a:masterClrMapping/>
  </p:clrMapOvr>
</p:sld>
</file>

<file path=ppt/theme/theme1.xml><?xml version="1.0" encoding="utf-8"?>
<a:theme xmlns:a="http://schemas.openxmlformats.org/drawingml/2006/main" name="JuxtaposeVTI">
  <a:themeElements>
    <a:clrScheme name="Juxtapose">
      <a:dk1>
        <a:sysClr val="windowText" lastClr="000000"/>
      </a:dk1>
      <a:lt1>
        <a:sysClr val="window" lastClr="FFFFFF"/>
      </a:lt1>
      <a:dk2>
        <a:srgbClr val="3F3F3F"/>
      </a:dk2>
      <a:lt2>
        <a:srgbClr val="F8F7F5"/>
      </a:lt2>
      <a:accent1>
        <a:srgbClr val="F99700"/>
      </a:accent1>
      <a:accent2>
        <a:srgbClr val="00BAC7"/>
      </a:accent2>
      <a:accent3>
        <a:srgbClr val="FF5C21"/>
      </a:accent3>
      <a:accent4>
        <a:srgbClr val="6F7EFD"/>
      </a:accent4>
      <a:accent5>
        <a:srgbClr val="ACACAC"/>
      </a:accent5>
      <a:accent6>
        <a:srgbClr val="737373"/>
      </a:accent6>
      <a:hlink>
        <a:srgbClr val="0099FF"/>
      </a:hlink>
      <a:folHlink>
        <a:srgbClr val="868686"/>
      </a:folHlink>
    </a:clrScheme>
    <a:fontScheme name="Custom 167">
      <a:majorFont>
        <a:latin typeface="Franklin Gothic Demi Cond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JuxtaposeVTI" id="{FBDCC3B4-6EA8-442A-B697-43C068E31FE3}" vid="{090F2E09-E4E2-4F71-A70E-279F5A0D9E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0" ma:contentTypeDescription="Create a new document." ma:contentTypeScope="" ma:versionID="1267097ee5f5874adfcc408041ae252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95891a93df65b14727750f2c06c306c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  <xsd:element ref="ns2:ImageTagsTaxHTFiel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D6DA60BD-0042-4722-B671-D551884D1EE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D85BFFF-2B6E-4D20-8938-61E36B8CFE8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C069F72-2015-4FB6-9588-A49CB14BDC12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_JuxtaposeVTI</Template>
  <TotalTime>0</TotalTime>
  <Words>550</Words>
  <Application>Microsoft Office PowerPoint</Application>
  <PresentationFormat>Widescreen</PresentationFormat>
  <Paragraphs>106</Paragraphs>
  <Slides>7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JuxtaposeVTI</vt:lpstr>
      <vt:lpstr>Sintetske Nerazgradive tvari, Njihov utjecaj na okoliš</vt:lpstr>
      <vt:lpstr>Što je Sintetska tvar?</vt:lpstr>
      <vt:lpstr>Koje sintetske tvari postoje?</vt:lpstr>
      <vt:lpstr>Kako uništavaju okoliš?</vt:lpstr>
      <vt:lpstr>Kako smanjimo štetu?</vt:lpstr>
      <vt:lpstr>Literatura</vt:lpstr>
      <vt:lpstr>Hvala na pažnji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</dc:title>
  <dc:creator/>
  <cp:lastModifiedBy/>
  <cp:revision>237</cp:revision>
  <dcterms:created xsi:type="dcterms:W3CDTF">2024-06-06T12:57:35Z</dcterms:created>
  <dcterms:modified xsi:type="dcterms:W3CDTF">2024-06-06T13:57:11Z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